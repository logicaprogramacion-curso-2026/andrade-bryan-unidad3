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56" r:id="rId5"/>
    <p:sldId id="277" r:id="rId6"/>
    <p:sldId id="258" r:id="rId7"/>
    <p:sldId id="290" r:id="rId8"/>
    <p:sldId id="264" r:id="rId9"/>
    <p:sldId id="291" r:id="rId10"/>
    <p:sldId id="268" r:id="rId11"/>
    <p:sldId id="286" r:id="rId12"/>
    <p:sldId id="292" r:id="rId13"/>
    <p:sldId id="276" r:id="rId14"/>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204" autoAdjust="0"/>
  </p:normalViewPr>
  <p:slideViewPr>
    <p:cSldViewPr snapToGrid="0">
      <p:cViewPr varScale="1">
        <p:scale>
          <a:sx n="77" d="100"/>
          <a:sy n="77" d="100"/>
        </p:scale>
        <p:origin x="912" y="53"/>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97" d="100"/>
          <a:sy n="97" d="100"/>
        </p:scale>
        <p:origin x="286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A0BDEBA1-176B-4684-BC73-32324FF9EDF5}" type="datetime1">
              <a:rPr lang="es-ES" smtClean="0"/>
              <a:t>27/07/2026</a:t>
            </a:fld>
            <a:endParaRPr lang="es-ES" dirty="0"/>
          </a:p>
        </p:txBody>
      </p:sp>
      <p:sp>
        <p:nvSpPr>
          <p:cNvPr id="4" name="Marcador de pie de página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5" name="Marcador de número de diapositiva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BBEB6193-5AA7-489B-8575-00593FC261DE}" type="slidenum">
              <a:rPr lang="es-ES" smtClean="0"/>
              <a:t>‹Nº›</a:t>
            </a:fld>
            <a:endParaRPr lang="es-E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fld id="{0A3C1E36-AAB4-47D5-89F4-8F921BD84148}" type="datetime1">
              <a:rPr lang="es-ES" smtClean="0"/>
              <a:t>27/07/2026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10895658-EA1F-4910-80AB-4DA76E167475}" type="slidenum">
              <a:rPr lang="es-ES" noProof="0" smtClean="0"/>
              <a:t>‹Nº›</a:t>
            </a:fld>
            <a:endParaRPr lang="es-ES" noProof="0"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1</a:t>
            </a:fld>
            <a:endParaRPr lang="es-E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2</a:t>
            </a:fld>
            <a:endParaRPr lang="es-ES" dirty="0"/>
          </a:p>
        </p:txBody>
      </p:sp>
    </p:spTree>
    <p:extLst>
      <p:ext uri="{BB962C8B-B14F-4D97-AF65-F5344CB8AC3E}">
        <p14:creationId xmlns:p14="http://schemas.microsoft.com/office/powerpoint/2010/main" val="321771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3</a:t>
            </a:fld>
            <a:endParaRPr lang="es-ES" dirty="0"/>
          </a:p>
        </p:txBody>
      </p:sp>
    </p:spTree>
    <p:extLst>
      <p:ext uri="{BB962C8B-B14F-4D97-AF65-F5344CB8AC3E}">
        <p14:creationId xmlns:p14="http://schemas.microsoft.com/office/powerpoint/2010/main" val="245643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4</a:t>
            </a:fld>
            <a:endParaRPr lang="es-ES" dirty="0"/>
          </a:p>
        </p:txBody>
      </p:sp>
    </p:spTree>
    <p:extLst>
      <p:ext uri="{BB962C8B-B14F-4D97-AF65-F5344CB8AC3E}">
        <p14:creationId xmlns:p14="http://schemas.microsoft.com/office/powerpoint/2010/main" val="2482613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5</a:t>
            </a:fld>
            <a:endParaRPr lang="es-ES" dirty="0"/>
          </a:p>
        </p:txBody>
      </p:sp>
    </p:spTree>
    <p:extLst>
      <p:ext uri="{BB962C8B-B14F-4D97-AF65-F5344CB8AC3E}">
        <p14:creationId xmlns:p14="http://schemas.microsoft.com/office/powerpoint/2010/main" val="2769560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6</a:t>
            </a:fld>
            <a:endParaRPr lang="es-ES" dirty="0"/>
          </a:p>
        </p:txBody>
      </p:sp>
    </p:spTree>
    <p:extLst>
      <p:ext uri="{BB962C8B-B14F-4D97-AF65-F5344CB8AC3E}">
        <p14:creationId xmlns:p14="http://schemas.microsoft.com/office/powerpoint/2010/main" val="1101034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7</a:t>
            </a:fld>
            <a:endParaRPr lang="es-ES" dirty="0"/>
          </a:p>
        </p:txBody>
      </p:sp>
    </p:spTree>
    <p:extLst>
      <p:ext uri="{BB962C8B-B14F-4D97-AF65-F5344CB8AC3E}">
        <p14:creationId xmlns:p14="http://schemas.microsoft.com/office/powerpoint/2010/main" val="510226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8</a:t>
            </a:fld>
            <a:endParaRPr lang="es-ES" dirty="0"/>
          </a:p>
        </p:txBody>
      </p:sp>
    </p:spTree>
    <p:extLst>
      <p:ext uri="{BB962C8B-B14F-4D97-AF65-F5344CB8AC3E}">
        <p14:creationId xmlns:p14="http://schemas.microsoft.com/office/powerpoint/2010/main" val="2909667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8D8B0-6CDE-E9A7-8BC9-713D07D85B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446A47-D5CF-2651-3900-30AC4F2A69A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8AB842-4A59-635D-CA37-4B5EE9406298}"/>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DFEC9998-64F3-975B-C4F9-1CF9386A3DA4}"/>
              </a:ext>
            </a:extLst>
          </p:cNvPr>
          <p:cNvSpPr>
            <a:spLocks noGrp="1"/>
          </p:cNvSpPr>
          <p:nvPr>
            <p:ph type="sldNum" sz="quarter" idx="5"/>
          </p:nvPr>
        </p:nvSpPr>
        <p:spPr/>
        <p:txBody>
          <a:bodyPr rtlCol="0"/>
          <a:lstStyle>
            <a:defPPr>
              <a:defRPr lang="es-ES"/>
            </a:defPPr>
          </a:lstStyle>
          <a:p>
            <a:pPr rtl="0"/>
            <a:fld id="{10895658-EA1F-4910-80AB-4DA76E167475}" type="slidenum">
              <a:rPr lang="es-ES" smtClean="0"/>
              <a:t>9</a:t>
            </a:fld>
            <a:endParaRPr lang="es-ES" dirty="0"/>
          </a:p>
        </p:txBody>
      </p:sp>
    </p:spTree>
    <p:extLst>
      <p:ext uri="{BB962C8B-B14F-4D97-AF65-F5344CB8AC3E}">
        <p14:creationId xmlns:p14="http://schemas.microsoft.com/office/powerpoint/2010/main" val="2607862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0895658-EA1F-4910-80AB-4DA76E167475}" type="slidenum">
              <a:rPr lang="es-ES" smtClean="0"/>
              <a:t>10</a:t>
            </a:fld>
            <a:endParaRPr lang="es-ES" dirty="0"/>
          </a:p>
        </p:txBody>
      </p:sp>
    </p:spTree>
    <p:extLst>
      <p:ext uri="{BB962C8B-B14F-4D97-AF65-F5344CB8AC3E}">
        <p14:creationId xmlns:p14="http://schemas.microsoft.com/office/powerpoint/2010/main" val="36071253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svg"/><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olo el título">
    <p:bg>
      <p:bgPr>
        <a:solidFill>
          <a:schemeClr val="accent2"/>
        </a:solidFill>
        <a:effectLst/>
      </p:bgPr>
    </p:bg>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grpSp>
          <p:nvGrpSpPr>
            <p:cNvPr id="116" name="Grupo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upo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upo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upo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upo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upo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upo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upo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297" name="Gráfico 296">
              <a:extLst>
                <a:ext uri="{FF2B5EF4-FFF2-40B4-BE49-F238E27FC236}">
                  <a16:creationId xmlns:a16="http://schemas.microsoft.com/office/drawing/2014/main" id="{AEE6DE36-A3C9-4D40-B471-F49B6A875D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2029016" y="2051944"/>
              <a:ext cx="2029968" cy="2029968"/>
            </a:xfrm>
            <a:prstGeom prst="rect">
              <a:avLst/>
            </a:prstGeom>
          </p:spPr>
        </p:pic>
        <p:pic>
          <p:nvPicPr>
            <p:cNvPr id="299" name="Gráfico 298">
              <a:extLst>
                <a:ext uri="{FF2B5EF4-FFF2-40B4-BE49-F238E27FC236}">
                  <a16:creationId xmlns:a16="http://schemas.microsoft.com/office/drawing/2014/main" id="{99FF86FA-8891-4235-B88B-CFCA3B57E53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078224"/>
              <a:ext cx="2029968" cy="2029968"/>
            </a:xfrm>
            <a:prstGeom prst="rect">
              <a:avLst/>
            </a:prstGeom>
          </p:spPr>
        </p:pic>
        <p:cxnSp>
          <p:nvCxnSpPr>
            <p:cNvPr id="170" name="Conector recto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ítulo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rtlCol="0" anchor="ctr"/>
          <a:lstStyle>
            <a:lvl1pPr algn="l">
              <a:defRPr lang="es-ES" sz="6000" cap="all" baseline="0">
                <a:solidFill>
                  <a:schemeClr val="tx2"/>
                </a:solidFill>
              </a:defRPr>
            </a:lvl1pPr>
          </a:lstStyle>
          <a:p>
            <a:pPr rtl="0"/>
            <a:r>
              <a:rPr lang="es-ES"/>
              <a:t>Haga clic para agregar un título</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ido 3">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rtlCol="0" anchor="b" anchorCtr="0"/>
          <a:lstStyle>
            <a:lvl1pPr>
              <a:defRPr lang="es-ES" cap="all" baseline="0">
                <a:solidFill>
                  <a:schemeClr val="accent1"/>
                </a:solidFill>
              </a:defRPr>
            </a:lvl1pPr>
          </a:lstStyle>
          <a:p>
            <a:pPr rtl="0"/>
            <a:r>
              <a:rPr lang="es-ES"/>
              <a:t>HAGA CLIC PARA AGREGAR UN TÍTULO</a:t>
            </a:r>
          </a:p>
        </p:txBody>
      </p:sp>
      <p:sp>
        <p:nvSpPr>
          <p:cNvPr id="7" name="Marcador de contenido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rtlCol="0">
            <a:normAutofit/>
          </a:bodyPr>
          <a:lstStyle>
            <a:lvl1pPr marL="0" indent="0">
              <a:lnSpc>
                <a:spcPct val="150000"/>
              </a:lnSpc>
              <a:spcBef>
                <a:spcPts val="0"/>
              </a:spcBef>
              <a:spcAft>
                <a:spcPts val="0"/>
              </a:spcAft>
              <a:buFont typeface="Arial" panose="020B0604020202020204" pitchFamily="34" charset="0"/>
              <a:buNone/>
              <a:defRPr lang="es-ES" sz="2400"/>
            </a:lvl1pPr>
            <a:lvl2pPr marL="457200">
              <a:lnSpc>
                <a:spcPts val="2000"/>
              </a:lnSpc>
              <a:defRPr lang="es-ES" sz="1800"/>
            </a:lvl2pPr>
            <a:lvl3pPr marL="914400">
              <a:lnSpc>
                <a:spcPts val="2000"/>
              </a:lnSpc>
              <a:defRPr lang="es-ES" sz="1800"/>
            </a:lvl3pPr>
            <a:lvl4pPr marL="1371600">
              <a:lnSpc>
                <a:spcPts val="2000"/>
              </a:lnSpc>
              <a:defRPr lang="es-ES" sz="1800"/>
            </a:lvl4pPr>
            <a:lvl5pPr marL="1828800">
              <a:lnSpc>
                <a:spcPts val="2000"/>
              </a:lnSpc>
              <a:defRPr lang="es-ES" sz="18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grpSp>
        <p:nvGrpSpPr>
          <p:cNvPr id="3" name="Grupo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20" name="Imagen 19" descr="Un patrón seleccionado blanco y negro&#10;&#10;Descripción generada automáticamente con confianza baja">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áfico 25">
              <a:extLst>
                <a:ext uri="{FF2B5EF4-FFF2-40B4-BE49-F238E27FC236}">
                  <a16:creationId xmlns:a16="http://schemas.microsoft.com/office/drawing/2014/main" id="{E1BC9BFE-80C0-4DA9-92DB-070C41E412B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14" name="Gráfico 13">
              <a:extLst>
                <a:ext uri="{FF2B5EF4-FFF2-40B4-BE49-F238E27FC236}">
                  <a16:creationId xmlns:a16="http://schemas.microsoft.com/office/drawing/2014/main" id="{54BCEF24-C76B-44E5-A457-E55658E8EB8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60" y="4828032"/>
              <a:ext cx="2029968" cy="2029968"/>
            </a:xfrm>
            <a:prstGeom prst="rect">
              <a:avLst/>
            </a:prstGeom>
          </p:spPr>
        </p:pic>
        <p:grpSp>
          <p:nvGrpSpPr>
            <p:cNvPr id="40" name="Grupo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upo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upo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upo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upo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upo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upo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upo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cxnSp>
          <p:nvCxnSpPr>
            <p:cNvPr id="66" name="Conector recto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grpSp>
      <p:sp>
        <p:nvSpPr>
          <p:cNvPr id="4" name="Marcador de pie de página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rtlCol="0"/>
          <a:lstStyle>
            <a:lvl1pPr>
              <a:defRPr lang="es-ES">
                <a:solidFill>
                  <a:schemeClr val="tx1"/>
                </a:solidFill>
              </a:defRPr>
            </a:lvl1pPr>
          </a:lstStyle>
          <a:p>
            <a:pPr rtl="0"/>
            <a:r>
              <a:rPr lang="es-ES"/>
              <a:t>Título de la presentación</a:t>
            </a:r>
            <a:endParaRPr lang="es-ES" dirty="0"/>
          </a:p>
        </p:txBody>
      </p:sp>
      <p:sp>
        <p:nvSpPr>
          <p:cNvPr id="5" name="Marcador de número de diapositiva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rtlCol="0"/>
          <a:lstStyle>
            <a:lvl1pPr>
              <a:defRPr lang="es-ES">
                <a:solidFill>
                  <a:schemeClr val="tx1"/>
                </a:solidFill>
              </a:defRPr>
            </a:lvl1pPr>
          </a:lstStyle>
          <a:p>
            <a:pPr rtl="0"/>
            <a:fld id="{B5CEABB6-07DC-46E8-9B57-56EC44A396E5}" type="slidenum">
              <a:rPr lang="es-ES" smtClean="0"/>
              <a:pPr rtl="0"/>
              <a:t>‹Nº›</a:t>
            </a:fld>
            <a:endParaRPr lang="es-ES" dirty="0"/>
          </a:p>
        </p:txBody>
      </p:sp>
      <p:sp>
        <p:nvSpPr>
          <p:cNvPr id="6" name="Marcador de fecha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rtlCol="0"/>
          <a:lstStyle>
            <a:lvl1pPr>
              <a:defRPr lang="es-ES">
                <a:solidFill>
                  <a:schemeClr val="tx1"/>
                </a:solidFill>
              </a:defRPr>
            </a:lvl1pPr>
          </a:lstStyle>
          <a:p>
            <a:pPr rtl="0"/>
            <a:fld id="{9C9B4FAC-0AE5-4FDD-9B45-49F12FBE70E9}" type="datetime1">
              <a:rPr lang="es-ES" smtClean="0"/>
              <a:t>27/07/2026</a:t>
            </a:fld>
            <a:endParaRPr lang="es-E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 Imagen">
    <p:bg>
      <p:bgPr>
        <a:solidFill>
          <a:schemeClr val="accent3"/>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rtlCol="0" anchor="ctr">
            <a:normAutofit/>
          </a:bodyPr>
          <a:lstStyle>
            <a:lvl1pPr algn="l">
              <a:defRPr lang="es-ES" sz="4800" cap="all" baseline="0">
                <a:solidFill>
                  <a:schemeClr val="tx2"/>
                </a:solidFill>
              </a:defRPr>
            </a:lvl1pPr>
          </a:lstStyle>
          <a:p>
            <a:pPr rtl="0"/>
            <a:r>
              <a:rPr lang="es-ES"/>
              <a:t>Haga clic para agregar un título</a:t>
            </a:r>
          </a:p>
        </p:txBody>
      </p:sp>
      <p:sp>
        <p:nvSpPr>
          <p:cNvPr id="63" name="Marcador de posición de imagen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rtlCol="0">
            <a:noAutofit/>
          </a:bodyPr>
          <a:lstStyle>
            <a:lvl1pPr algn="ctr">
              <a:defRPr lang="es-ES" sz="2000">
                <a:solidFill>
                  <a:schemeClr val="bg1"/>
                </a:solidFill>
              </a:defRPr>
            </a:lvl1pPr>
          </a:lstStyle>
          <a:p>
            <a:pPr rtl="0"/>
            <a:r>
              <a:rPr lang="es-ES"/>
              <a:t>Haga clic en el icono para insertar una imagen</a:t>
            </a:r>
          </a:p>
        </p:txBody>
      </p:sp>
      <p:grpSp>
        <p:nvGrpSpPr>
          <p:cNvPr id="4" name="Grupo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13" name="Gráfico 12">
              <a:extLst>
                <a:ext uri="{FF2B5EF4-FFF2-40B4-BE49-F238E27FC236}">
                  <a16:creationId xmlns:a16="http://schemas.microsoft.com/office/drawing/2014/main" id="{4B488086-4998-410C-FCC8-29CA6288A7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11" name="Imagen 10" descr="Un patrón seleccionado blanco y negro&#10;&#10;Descripción generada automáticamente con confianza baja">
              <a:extLst>
                <a:ext uri="{FF2B5EF4-FFF2-40B4-BE49-F238E27FC236}">
                  <a16:creationId xmlns:a16="http://schemas.microsoft.com/office/drawing/2014/main" id="{CD1CD1B2-7EBC-96B6-A02D-7972C278746E}"/>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 Subtítulo + Imagen ">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rtlCol="0" anchor="b">
            <a:normAutofit/>
          </a:bodyPr>
          <a:lstStyle>
            <a:lvl1pPr algn="l">
              <a:defRPr lang="es-ES" sz="4800" cap="all" baseline="0">
                <a:solidFill>
                  <a:schemeClr val="tx2"/>
                </a:solidFill>
              </a:defRPr>
            </a:lvl1pPr>
          </a:lstStyle>
          <a:p>
            <a:pPr rtl="0"/>
            <a:r>
              <a:rPr lang="es-ES"/>
              <a:t>Haga clic para agregar un título</a:t>
            </a:r>
          </a:p>
        </p:txBody>
      </p:sp>
      <p:sp>
        <p:nvSpPr>
          <p:cNvPr id="3" name="Subtítulo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rtlCol="0">
            <a:normAutofit/>
          </a:bodyPr>
          <a:lstStyle>
            <a:lvl1pPr marL="0" indent="0" algn="l">
              <a:lnSpc>
                <a:spcPct val="150000"/>
              </a:lnSpc>
              <a:spcBef>
                <a:spcPts val="0"/>
              </a:spcBef>
              <a:buNone/>
              <a:defRPr lang="es-ES" sz="2400">
                <a:solidFill>
                  <a:schemeClr val="tx2"/>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grpSp>
        <p:nvGrpSpPr>
          <p:cNvPr id="4" name="Grupo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13" name="Gráfico 12">
              <a:extLst>
                <a:ext uri="{FF2B5EF4-FFF2-40B4-BE49-F238E27FC236}">
                  <a16:creationId xmlns:a16="http://schemas.microsoft.com/office/drawing/2014/main" id="{4B488086-4998-410C-FCC8-29CA6288A7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0" y="2029167"/>
              <a:ext cx="2029968" cy="2029968"/>
            </a:xfrm>
            <a:prstGeom prst="rect">
              <a:avLst/>
            </a:prstGeom>
          </p:spPr>
        </p:pic>
        <p:grpSp>
          <p:nvGrpSpPr>
            <p:cNvPr id="19" name="Grupo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upo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upo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upo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upo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upo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upo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upo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63" name="Marcador de posición de imagen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rtlCol="0">
            <a:noAutofit/>
          </a:bodyPr>
          <a:lstStyle>
            <a:lvl1pPr marL="0" indent="0" algn="ctr">
              <a:buNone/>
              <a:defRPr lang="es-ES" sz="2000">
                <a:solidFill>
                  <a:schemeClr val="bg1"/>
                </a:solidFill>
              </a:defRPr>
            </a:lvl1pPr>
          </a:lstStyle>
          <a:p>
            <a:pPr rtl="0"/>
            <a:r>
              <a:rPr lang="es-ES"/>
              <a:t>Haga clic en el icono para insertar una imagen</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ido 1">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rtlCol="0" anchor="t" anchorCtr="0"/>
          <a:lstStyle>
            <a:lvl1pPr>
              <a:defRPr lang="es-ES" cap="all" baseline="0">
                <a:solidFill>
                  <a:schemeClr val="tx2"/>
                </a:solidFill>
              </a:defRPr>
            </a:lvl1pPr>
          </a:lstStyle>
          <a:p>
            <a:pPr rtl="0"/>
            <a:r>
              <a:rPr lang="es-ES"/>
              <a:t>HAGA CLIC PARA AGREGAR UN TÍTULO</a:t>
            </a:r>
          </a:p>
        </p:txBody>
      </p:sp>
      <p:grpSp>
        <p:nvGrpSpPr>
          <p:cNvPr id="3" name="Grupo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8" name="Gráfico 7">
              <a:extLst>
                <a:ext uri="{FF2B5EF4-FFF2-40B4-BE49-F238E27FC236}">
                  <a16:creationId xmlns:a16="http://schemas.microsoft.com/office/drawing/2014/main" id="{4CB66576-218C-4236-B125-DD7B03A784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35" name="Imagen 34" descr="Un patrón seleccionado blanco y negro&#10;&#10;Descripción generada automáticamente con confianza baja">
              <a:extLst>
                <a:ext uri="{FF2B5EF4-FFF2-40B4-BE49-F238E27FC236}">
                  <a16:creationId xmlns:a16="http://schemas.microsoft.com/office/drawing/2014/main" id="{731DC170-FB16-45F8-B62C-DCAB2B9AC310}"/>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áfico 35">
              <a:extLst>
                <a:ext uri="{FF2B5EF4-FFF2-40B4-BE49-F238E27FC236}">
                  <a16:creationId xmlns:a16="http://schemas.microsoft.com/office/drawing/2014/main" id="{6529D2A7-ABB3-4E2D-88CA-F813997011F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38" name="Gráfico 37">
              <a:extLst>
                <a:ext uri="{FF2B5EF4-FFF2-40B4-BE49-F238E27FC236}">
                  <a16:creationId xmlns:a16="http://schemas.microsoft.com/office/drawing/2014/main" id="{051ECE99-ACA6-46AF-98D5-81FBD3F834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131156" y="4828032"/>
              <a:ext cx="2029968" cy="2029968"/>
            </a:xfrm>
            <a:prstGeom prst="rect">
              <a:avLst/>
            </a:prstGeom>
          </p:spPr>
        </p:pic>
        <p:grpSp>
          <p:nvGrpSpPr>
            <p:cNvPr id="40" name="Grupo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upo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upo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upo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upo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upo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upo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upo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cxnSp>
          <p:nvCxnSpPr>
            <p:cNvPr id="63" name="Conector recto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grpSp>
      <p:sp>
        <p:nvSpPr>
          <p:cNvPr id="67" name="Marcador de fecha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rtlCol="0"/>
          <a:lstStyle>
            <a:lvl1pPr>
              <a:defRPr lang="es-ES">
                <a:solidFill>
                  <a:schemeClr val="bg1"/>
                </a:solidFill>
              </a:defRPr>
            </a:lvl1pPr>
          </a:lstStyle>
          <a:p>
            <a:pPr rtl="0"/>
            <a:fld id="{2C2B5D10-01BA-46C4-A39E-A3A8F037168D}" type="datetime1">
              <a:rPr lang="es-ES" smtClean="0"/>
              <a:t>27/07/2026</a:t>
            </a:fld>
            <a:endParaRPr lang="es-ES" dirty="0"/>
          </a:p>
        </p:txBody>
      </p:sp>
      <p:sp>
        <p:nvSpPr>
          <p:cNvPr id="68" name="Marcador de pie de página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rtlCol="0"/>
          <a:lstStyle>
            <a:lvl1pPr>
              <a:defRPr lang="es-ES">
                <a:solidFill>
                  <a:schemeClr val="bg1"/>
                </a:solidFill>
              </a:defRPr>
            </a:lvl1pPr>
          </a:lstStyle>
          <a:p>
            <a:pPr rtl="0"/>
            <a:r>
              <a:rPr lang="es-ES"/>
              <a:t>Título de la presentación</a:t>
            </a:r>
            <a:endParaRPr lang="es-ES" dirty="0"/>
          </a:p>
        </p:txBody>
      </p:sp>
      <p:sp>
        <p:nvSpPr>
          <p:cNvPr id="69" name="Marcador de número de diapositiva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rtlCol="0"/>
          <a:lstStyle>
            <a:lvl1pPr>
              <a:defRPr lang="es-ES">
                <a:solidFill>
                  <a:schemeClr val="bg1"/>
                </a:solidFill>
              </a:defRPr>
            </a:lvl1pPr>
          </a:lstStyle>
          <a:p>
            <a:pPr rtl="0"/>
            <a:fld id="{B5CEABB6-07DC-46E8-9B57-56EC44A396E5}" type="slidenum">
              <a:rPr lang="es-ES" smtClean="0"/>
              <a:pPr rtl="0"/>
              <a:t>‹Nº›</a:t>
            </a:fld>
            <a:endParaRPr lang="es-ES" dirty="0"/>
          </a:p>
        </p:txBody>
      </p:sp>
      <p:sp>
        <p:nvSpPr>
          <p:cNvPr id="4" name="Marcador de contenido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rtlCol="0">
            <a:normAutofit/>
          </a:bodyPr>
          <a:lstStyle>
            <a:lvl1pPr marL="0" indent="0">
              <a:lnSpc>
                <a:spcPts val="2000"/>
              </a:lnSpc>
              <a:buFont typeface="Arial" panose="020B0604020202020204" pitchFamily="34" charset="0"/>
              <a:buNone/>
              <a:defRPr lang="es-ES" sz="1800">
                <a:solidFill>
                  <a:schemeClr val="bg1"/>
                </a:solidFill>
              </a:defRPr>
            </a:lvl1pPr>
            <a:lvl2pPr marL="457200">
              <a:lnSpc>
                <a:spcPts val="2000"/>
              </a:lnSpc>
              <a:defRPr lang="es-ES" sz="1800">
                <a:solidFill>
                  <a:schemeClr val="bg1"/>
                </a:solidFill>
              </a:defRPr>
            </a:lvl2pPr>
            <a:lvl3pPr marL="914400">
              <a:lnSpc>
                <a:spcPts val="2000"/>
              </a:lnSpc>
              <a:defRPr lang="es-ES" sz="1800">
                <a:solidFill>
                  <a:schemeClr val="bg1"/>
                </a:solidFill>
              </a:defRPr>
            </a:lvl3pPr>
            <a:lvl4pPr marL="1371600">
              <a:lnSpc>
                <a:spcPts val="2000"/>
              </a:lnSpc>
              <a:defRPr lang="es-ES" sz="1800">
                <a:solidFill>
                  <a:schemeClr val="bg1"/>
                </a:solidFill>
              </a:defRPr>
            </a:lvl4pPr>
            <a:lvl5pPr marL="1828800">
              <a:lnSpc>
                <a:spcPts val="2000"/>
              </a:lnSpc>
              <a:defRPr lang="es-ES" sz="1800">
                <a:solidFill>
                  <a:schemeClr val="bg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 Subtítulo">
    <p:bg>
      <p:bgPr>
        <a:solidFill>
          <a:schemeClr val="accent3"/>
        </a:solidFill>
        <a:effectLst/>
      </p:bgPr>
    </p:bg>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28" name="Gráfico 27">
              <a:extLst>
                <a:ext uri="{FF2B5EF4-FFF2-40B4-BE49-F238E27FC236}">
                  <a16:creationId xmlns:a16="http://schemas.microsoft.com/office/drawing/2014/main" id="{12C5F573-21FC-4A6F-B46F-5583E20C994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11" name="Gráfico 10">
              <a:extLst>
                <a:ext uri="{FF2B5EF4-FFF2-40B4-BE49-F238E27FC236}">
                  <a16:creationId xmlns:a16="http://schemas.microsoft.com/office/drawing/2014/main" id="{91CB31D0-C621-4EF7-AE25-5C3BCD5882C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8053" y="2029625"/>
              <a:ext cx="2029878" cy="2023760"/>
            </a:xfrm>
            <a:prstGeom prst="rect">
              <a:avLst/>
            </a:prstGeom>
          </p:spPr>
        </p:pic>
        <p:pic>
          <p:nvPicPr>
            <p:cNvPr id="69" name="Gráfico 68">
              <a:extLst>
                <a:ext uri="{FF2B5EF4-FFF2-40B4-BE49-F238E27FC236}">
                  <a16:creationId xmlns:a16="http://schemas.microsoft.com/office/drawing/2014/main" id="{B2CC2F02-F98F-4E69-AA01-CCF96A602E1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73" name="Gráfico 72">
              <a:extLst>
                <a:ext uri="{FF2B5EF4-FFF2-40B4-BE49-F238E27FC236}">
                  <a16:creationId xmlns:a16="http://schemas.microsoft.com/office/drawing/2014/main" id="{2622C30D-68C5-43FD-997F-CFD4DD72E16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rot="5400000">
              <a:off x="2043950" y="4059923"/>
              <a:ext cx="2029968" cy="2029968"/>
            </a:xfrm>
            <a:prstGeom prst="rect">
              <a:avLst/>
            </a:prstGeom>
          </p:spPr>
        </p:pic>
        <p:pic>
          <p:nvPicPr>
            <p:cNvPr id="35" name="Imagen 34" descr="Un patrón seleccionado blanco y negro&#10;&#10;Descripción generada automáticamente con confianza baja">
              <a:extLst>
                <a:ext uri="{FF2B5EF4-FFF2-40B4-BE49-F238E27FC236}">
                  <a16:creationId xmlns:a16="http://schemas.microsoft.com/office/drawing/2014/main" id="{AC3CDBDC-6EB4-4B7D-A9F6-4CFA748349B5}"/>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upo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upo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upo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upo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upo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upo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upo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upo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cxnSp>
          <p:nvCxnSpPr>
            <p:cNvPr id="77" name="Conector recto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ítulo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rtlCol="0" anchor="b">
            <a:normAutofit/>
          </a:bodyPr>
          <a:lstStyle>
            <a:lvl1pPr algn="l">
              <a:defRPr lang="es-ES" sz="4800" cap="all" baseline="0">
                <a:solidFill>
                  <a:schemeClr val="tx2"/>
                </a:solidFill>
              </a:defRPr>
            </a:lvl1pPr>
          </a:lstStyle>
          <a:p>
            <a:pPr rtl="0"/>
            <a:r>
              <a:rPr lang="es-ES"/>
              <a:t>Haga clic para AGREGAR TÍTULO</a:t>
            </a:r>
          </a:p>
        </p:txBody>
      </p:sp>
      <p:sp>
        <p:nvSpPr>
          <p:cNvPr id="3" name="Subtítulo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rtlCol="0">
            <a:normAutofit/>
          </a:bodyPr>
          <a:lstStyle>
            <a:lvl1pPr marL="0" indent="0" algn="l">
              <a:lnSpc>
                <a:spcPct val="150000"/>
              </a:lnSpc>
              <a:spcBef>
                <a:spcPts val="0"/>
              </a:spcBef>
              <a:buNone/>
              <a:defRPr lang="es-ES" sz="2400">
                <a:solidFill>
                  <a:schemeClr val="tx2"/>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sp>
        <p:nvSpPr>
          <p:cNvPr id="192" name="Marcador de fecha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rtlCol="0"/>
          <a:lstStyle>
            <a:lvl1pPr>
              <a:defRPr lang="es-ES">
                <a:solidFill>
                  <a:schemeClr val="bg1"/>
                </a:solidFill>
              </a:defRPr>
            </a:lvl1pPr>
          </a:lstStyle>
          <a:p>
            <a:pPr rtl="0"/>
            <a:fld id="{3DE257B0-0B1B-40C0-890E-3AB8D284D4F0}" type="datetime1">
              <a:rPr lang="es-ES" smtClean="0"/>
              <a:t>27/07/2026</a:t>
            </a:fld>
            <a:endParaRPr lang="es-ES" dirty="0"/>
          </a:p>
        </p:txBody>
      </p:sp>
      <p:sp>
        <p:nvSpPr>
          <p:cNvPr id="193" name="Marcador de pie de página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rtlCol="0"/>
          <a:lstStyle>
            <a:lvl1pPr>
              <a:defRPr lang="es-ES">
                <a:solidFill>
                  <a:schemeClr val="bg1"/>
                </a:solidFill>
              </a:defRPr>
            </a:lvl1pPr>
          </a:lstStyle>
          <a:p>
            <a:pPr rtl="0"/>
            <a:r>
              <a:rPr lang="es-ES"/>
              <a:t>Título de la presentación</a:t>
            </a:r>
            <a:endParaRPr lang="es-ES" dirty="0"/>
          </a:p>
        </p:txBody>
      </p:sp>
      <p:sp>
        <p:nvSpPr>
          <p:cNvPr id="194" name="Marcador de número de diapositiva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rtlCol="0"/>
          <a:lstStyle>
            <a:lvl1pPr>
              <a:defRPr lang="es-ES">
                <a:solidFill>
                  <a:schemeClr val="bg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os contenidos 1">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rtlCol="0" anchor="t" anchorCtr="0"/>
          <a:lstStyle>
            <a:lvl1pPr>
              <a:defRPr lang="es-ES" cap="all" baseline="0">
                <a:solidFill>
                  <a:schemeClr val="accent1"/>
                </a:solidFill>
              </a:defRPr>
            </a:lvl1pPr>
          </a:lstStyle>
          <a:p>
            <a:pPr rtl="0"/>
            <a:r>
              <a:rPr lang="es-ES"/>
              <a:t>HAGA CLIC PARA AGREGAR UN TÍTULO</a:t>
            </a:r>
          </a:p>
        </p:txBody>
      </p:sp>
      <p:grpSp>
        <p:nvGrpSpPr>
          <p:cNvPr id="5" name="Grupo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12" name="Imagen 11" descr="Un patrón seleccionado blanco y negro&#10;&#10;Descripción generada automáticamente con confianza baja">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26" name="Gráfico 25">
              <a:extLst>
                <a:ext uri="{FF2B5EF4-FFF2-40B4-BE49-F238E27FC236}">
                  <a16:creationId xmlns:a16="http://schemas.microsoft.com/office/drawing/2014/main" id="{E9AA5A01-9E59-4C92-9634-32DB51F9182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pic>
          <p:nvPicPr>
            <p:cNvPr id="31" name="Gráfico 30">
              <a:extLst>
                <a:ext uri="{FF2B5EF4-FFF2-40B4-BE49-F238E27FC236}">
                  <a16:creationId xmlns:a16="http://schemas.microsoft.com/office/drawing/2014/main" id="{F50D01F0-AD27-490F-8044-37B2D9E2332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5400000">
              <a:off x="10793035" y="3391083"/>
              <a:ext cx="1828800" cy="914400"/>
            </a:xfrm>
            <a:prstGeom prst="rect">
              <a:avLst/>
            </a:prstGeom>
          </p:spPr>
        </p:pic>
      </p:grpSp>
      <p:sp>
        <p:nvSpPr>
          <p:cNvPr id="32" name="Marcador de fecha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rtlCol="0"/>
          <a:lstStyle>
            <a:lvl1pPr>
              <a:defRPr lang="es-ES">
                <a:solidFill>
                  <a:schemeClr val="tx1">
                    <a:lumMod val="75000"/>
                    <a:lumOff val="25000"/>
                  </a:schemeClr>
                </a:solidFill>
              </a:defRPr>
            </a:lvl1pPr>
          </a:lstStyle>
          <a:p>
            <a:pPr rtl="0"/>
            <a:fld id="{9177C618-E189-48F5-8AD3-BDEBDEC3F89A}" type="datetime1">
              <a:rPr lang="es-ES" smtClean="0"/>
              <a:t>27/07/2026</a:t>
            </a:fld>
            <a:endParaRPr lang="es-ES" dirty="0"/>
          </a:p>
        </p:txBody>
      </p:sp>
      <p:sp>
        <p:nvSpPr>
          <p:cNvPr id="33" name="Marcador de pie de página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rtlCol="0"/>
          <a:lstStyle>
            <a:lvl1pPr>
              <a:defRPr lang="es-ES">
                <a:solidFill>
                  <a:schemeClr val="tx1">
                    <a:lumMod val="75000"/>
                    <a:lumOff val="25000"/>
                  </a:schemeClr>
                </a:solidFill>
              </a:defRPr>
            </a:lvl1pPr>
          </a:lstStyle>
          <a:p>
            <a:pPr rtl="0"/>
            <a:r>
              <a:rPr lang="es-ES"/>
              <a:t>Título de la presentación</a:t>
            </a:r>
            <a:endParaRPr lang="es-ES" dirty="0"/>
          </a:p>
        </p:txBody>
      </p:sp>
      <p:sp>
        <p:nvSpPr>
          <p:cNvPr id="34" name="Marcador de número de diapositiva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rtlCol="0"/>
          <a:lstStyle>
            <a:lvl1pPr>
              <a:defRPr lang="es-ES">
                <a:solidFill>
                  <a:schemeClr val="bg1"/>
                </a:solidFill>
              </a:defRPr>
            </a:lvl1pPr>
          </a:lstStyle>
          <a:p>
            <a:pPr rtl="0"/>
            <a:fld id="{B5CEABB6-07DC-46E8-9B57-56EC44A396E5}" type="slidenum">
              <a:rPr lang="es-ES" smtClean="0"/>
              <a:pPr rtl="0"/>
              <a:t>‹Nº›</a:t>
            </a:fld>
            <a:endParaRPr lang="es-ES" dirty="0"/>
          </a:p>
        </p:txBody>
      </p:sp>
      <p:sp>
        <p:nvSpPr>
          <p:cNvPr id="6" name="Marcador de contenido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rtlCol="0">
            <a:normAutofit/>
          </a:bodyPr>
          <a:lstStyle>
            <a:lvl1pPr marL="0" indent="0">
              <a:lnSpc>
                <a:spcPts val="2000"/>
              </a:lnSpc>
              <a:buFont typeface="Arial" panose="020B0604020202020204" pitchFamily="34" charset="0"/>
              <a:buNone/>
              <a:defRPr lang="es-ES" sz="1800"/>
            </a:lvl1pPr>
            <a:lvl2pPr marL="457200">
              <a:lnSpc>
                <a:spcPts val="2000"/>
              </a:lnSpc>
              <a:defRPr lang="es-ES" sz="1800"/>
            </a:lvl2pPr>
            <a:lvl3pPr marL="914400">
              <a:lnSpc>
                <a:spcPts val="2000"/>
              </a:lnSpc>
              <a:defRPr lang="es-ES" sz="1800"/>
            </a:lvl3pPr>
            <a:lvl4pPr marL="1371600">
              <a:lnSpc>
                <a:spcPts val="2000"/>
              </a:lnSpc>
              <a:defRPr lang="es-ES" sz="1800"/>
            </a:lvl4pPr>
            <a:lvl5pPr marL="1828800">
              <a:lnSpc>
                <a:spcPts val="2000"/>
              </a:lnSpc>
              <a:defRPr lang="es-ES" sz="18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7" name="Marcador de contenido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rtlCol="0">
            <a:normAutofit/>
          </a:bodyPr>
          <a:lstStyle>
            <a:lvl1pPr marL="0" indent="0">
              <a:lnSpc>
                <a:spcPts val="2000"/>
              </a:lnSpc>
              <a:buFont typeface="Arial" panose="020B0604020202020204" pitchFamily="34" charset="0"/>
              <a:buNone/>
              <a:defRPr lang="es-ES" sz="1800"/>
            </a:lvl1pPr>
            <a:lvl2pPr marL="457200">
              <a:lnSpc>
                <a:spcPts val="2000"/>
              </a:lnSpc>
              <a:defRPr lang="es-ES" sz="1800"/>
            </a:lvl2pPr>
            <a:lvl3pPr marL="914400">
              <a:lnSpc>
                <a:spcPts val="2000"/>
              </a:lnSpc>
              <a:defRPr lang="es-ES" sz="1800"/>
            </a:lvl3pPr>
            <a:lvl4pPr marL="1371600">
              <a:lnSpc>
                <a:spcPts val="2000"/>
              </a:lnSpc>
              <a:defRPr lang="es-ES" sz="1800"/>
            </a:lvl4pPr>
            <a:lvl5pPr marL="1828800">
              <a:lnSpc>
                <a:spcPts val="2000"/>
              </a:lnSpc>
              <a:defRPr lang="es-ES" sz="18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s contenidos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áfico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097646">
            <a:off x="403102" y="-983359"/>
            <a:ext cx="2029968" cy="2029968"/>
          </a:xfrm>
          <a:prstGeom prst="rect">
            <a:avLst/>
          </a:prstGeom>
        </p:spPr>
      </p:pic>
      <p:sp>
        <p:nvSpPr>
          <p:cNvPr id="8" name="Rectángulo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9" name="Gráfico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8902533">
            <a:off x="407892" y="1900474"/>
            <a:ext cx="2029968" cy="2029968"/>
          </a:xfrm>
          <a:prstGeom prst="rect">
            <a:avLst/>
          </a:prstGeom>
        </p:spPr>
      </p:pic>
      <p:sp>
        <p:nvSpPr>
          <p:cNvPr id="11" name="Rectángulo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12" name="Gráfico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708786">
            <a:off x="-1021285" y="3355869"/>
            <a:ext cx="2029968" cy="2029968"/>
          </a:xfrm>
          <a:prstGeom prst="rect">
            <a:avLst/>
          </a:prstGeom>
        </p:spPr>
      </p:pic>
      <p:pic>
        <p:nvPicPr>
          <p:cNvPr id="13" name="Gráfico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3489227">
            <a:off x="1859807" y="3357927"/>
            <a:ext cx="2029968" cy="2029968"/>
          </a:xfrm>
          <a:prstGeom prst="rect">
            <a:avLst/>
          </a:prstGeom>
        </p:spPr>
      </p:pic>
      <p:grpSp>
        <p:nvGrpSpPr>
          <p:cNvPr id="21" name="Grupo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101" name="Forma libre: Forma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3" name="Forma libre: Forma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4" name="Título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rtlCol="0" anchor="t" anchorCtr="0"/>
          <a:lstStyle>
            <a:lvl1pPr>
              <a:defRPr lang="es-ES" cap="all" baseline="0">
                <a:solidFill>
                  <a:schemeClr val="accent1"/>
                </a:solidFill>
              </a:defRPr>
            </a:lvl1pPr>
          </a:lstStyle>
          <a:p>
            <a:pPr rtl="0"/>
            <a:r>
              <a:rPr lang="es-ES"/>
              <a:t>HAGA CLIC PARA AGREGAR UN TÍTULO</a:t>
            </a:r>
          </a:p>
        </p:txBody>
      </p:sp>
      <p:sp>
        <p:nvSpPr>
          <p:cNvPr id="10" name="Marcador de contenido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rtlCol="0">
            <a:normAutofit/>
          </a:bodyPr>
          <a:lstStyle>
            <a:lvl1pPr marL="285750" indent="-285750">
              <a:lnSpc>
                <a:spcPts val="2000"/>
              </a:lnSpc>
              <a:buFont typeface="Arial" panose="020B0604020202020204" pitchFamily="34" charset="0"/>
              <a:buChar char="•"/>
              <a:defRPr lang="es-ES" sz="1800"/>
            </a:lvl1pPr>
            <a:lvl2pPr>
              <a:lnSpc>
                <a:spcPts val="2000"/>
              </a:lnSpc>
              <a:defRPr lang="es-ES" sz="1800"/>
            </a:lvl2pPr>
            <a:lvl3pPr>
              <a:lnSpc>
                <a:spcPts val="2000"/>
              </a:lnSpc>
              <a:defRPr lang="es-ES" sz="1800"/>
            </a:lvl3pPr>
            <a:lvl4pPr>
              <a:lnSpc>
                <a:spcPts val="2000"/>
              </a:lnSpc>
              <a:defRPr lang="es-ES" sz="1800"/>
            </a:lvl4pPr>
            <a:lvl5pPr>
              <a:lnSpc>
                <a:spcPts val="2000"/>
              </a:lnSpc>
              <a:defRPr lang="es-ES" sz="1800"/>
            </a:lvl5pPr>
          </a:lstStyle>
          <a:p>
            <a:pPr lvl="0" rtl="0"/>
            <a:r>
              <a:rPr lang="es-ES"/>
              <a:t>Haga clic para agregar contenido</a:t>
            </a:r>
          </a:p>
          <a:p>
            <a:pPr lvl="1" rtl="0"/>
            <a:r>
              <a:rPr lang="es-ES"/>
              <a:t>Segundo nivel</a:t>
            </a:r>
          </a:p>
          <a:p>
            <a:pPr lvl="2" rtl="0"/>
            <a:r>
              <a:rPr lang="es-ES"/>
              <a:t>Tercer nivel</a:t>
            </a:r>
          </a:p>
        </p:txBody>
      </p:sp>
      <p:sp>
        <p:nvSpPr>
          <p:cNvPr id="6" name="Marcador de contenido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rtlCol="0">
            <a:normAutofit/>
          </a:bodyPr>
          <a:lstStyle>
            <a:lvl1pPr marL="0" indent="0">
              <a:lnSpc>
                <a:spcPts val="2000"/>
              </a:lnSpc>
              <a:buNone/>
              <a:defRPr lang="es-ES" sz="1800"/>
            </a:lvl1pPr>
            <a:lvl2pPr marL="457200">
              <a:lnSpc>
                <a:spcPts val="2000"/>
              </a:lnSpc>
              <a:defRPr lang="es-ES" sz="1800"/>
            </a:lvl2pPr>
            <a:lvl3pPr marL="914400">
              <a:lnSpc>
                <a:spcPts val="2000"/>
              </a:lnSpc>
              <a:defRPr lang="es-ES" sz="1800"/>
            </a:lvl3pPr>
            <a:lvl4pPr marL="1371600">
              <a:lnSpc>
                <a:spcPts val="2000"/>
              </a:lnSpc>
              <a:defRPr lang="es-ES" sz="1800"/>
            </a:lvl4pPr>
            <a:lvl5pPr marL="1828800">
              <a:lnSpc>
                <a:spcPts val="2000"/>
              </a:lnSpc>
              <a:defRPr lang="es-ES" sz="18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209" name="Marcador de fecha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rtlCol="0"/>
          <a:lstStyle>
            <a:lvl1pPr>
              <a:defRPr lang="es-ES">
                <a:solidFill>
                  <a:schemeClr val="tx1">
                    <a:lumMod val="75000"/>
                    <a:lumOff val="25000"/>
                  </a:schemeClr>
                </a:solidFill>
              </a:defRPr>
            </a:lvl1pPr>
          </a:lstStyle>
          <a:p>
            <a:pPr rtl="0"/>
            <a:fld id="{740EB7AE-9D04-44B1-A2AD-3158528BDC2A}" type="datetime1">
              <a:rPr lang="es-ES" smtClean="0"/>
              <a:t>27/07/2026</a:t>
            </a:fld>
            <a:endParaRPr lang="es-ES" dirty="0"/>
          </a:p>
        </p:txBody>
      </p:sp>
      <p:sp>
        <p:nvSpPr>
          <p:cNvPr id="210" name="Marcador de pie de página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rtlCol="0"/>
          <a:lstStyle>
            <a:lvl1pPr>
              <a:defRPr lang="es-ES">
                <a:solidFill>
                  <a:schemeClr val="tx1">
                    <a:lumMod val="75000"/>
                    <a:lumOff val="25000"/>
                  </a:schemeClr>
                </a:solidFill>
              </a:defRPr>
            </a:lvl1pPr>
          </a:lstStyle>
          <a:p>
            <a:pPr rtl="0"/>
            <a:r>
              <a:rPr lang="es-ES"/>
              <a:t>Título de la presentación</a:t>
            </a:r>
            <a:endParaRPr lang="es-ES" dirty="0"/>
          </a:p>
        </p:txBody>
      </p:sp>
      <p:sp>
        <p:nvSpPr>
          <p:cNvPr id="211" name="Marcador de número de diapositiva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rtlCol="0"/>
          <a:lstStyle>
            <a:lvl1pPr>
              <a:defRPr lang="es-ES">
                <a:solidFill>
                  <a:schemeClr val="tx1">
                    <a:lumMod val="75000"/>
                    <a:lumOff val="25000"/>
                  </a:schemeClr>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 imagen">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rtlCol="0" anchor="t" anchorCtr="0"/>
          <a:lstStyle>
            <a:lvl1pPr>
              <a:defRPr lang="es-ES" cap="all" baseline="0">
                <a:solidFill>
                  <a:schemeClr val="tx2"/>
                </a:solidFill>
              </a:defRPr>
            </a:lvl1pPr>
          </a:lstStyle>
          <a:p>
            <a:pPr rtl="0"/>
            <a:r>
              <a:rPr lang="es-ES"/>
              <a:t>HAGA CLIC PARA AGREGAR UN TÍTULO</a:t>
            </a:r>
          </a:p>
        </p:txBody>
      </p:sp>
      <p:sp>
        <p:nvSpPr>
          <p:cNvPr id="27" name="Marcador de posición de imagen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rtlCol="0">
            <a:noAutofit/>
          </a:bodyPr>
          <a:lstStyle>
            <a:lvl1pPr marL="0" indent="0" algn="l">
              <a:buNone/>
              <a:defRPr lang="es-ES" sz="2000">
                <a:solidFill>
                  <a:schemeClr val="bg1"/>
                </a:solidFill>
              </a:defRPr>
            </a:lvl1pPr>
          </a:lstStyle>
          <a:p>
            <a:pPr rtl="0"/>
            <a:r>
              <a:rPr lang="es-ES"/>
              <a:t>Haga clic en el icono para insertar una imagen</a:t>
            </a:r>
          </a:p>
        </p:txBody>
      </p:sp>
      <p:sp>
        <p:nvSpPr>
          <p:cNvPr id="34" name="Rectángulo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35" name="Imagen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Marcador de contenido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rtlCol="0">
            <a:normAutofit/>
          </a:bodyPr>
          <a:lstStyle>
            <a:lvl1pPr marL="285750" indent="-285750">
              <a:lnSpc>
                <a:spcPts val="2000"/>
              </a:lnSpc>
              <a:buFont typeface="Arial" panose="020B0604020202020204" pitchFamily="34" charset="0"/>
              <a:buChar char="•"/>
              <a:defRPr lang="es-ES" sz="1800">
                <a:solidFill>
                  <a:schemeClr val="tx2"/>
                </a:solidFill>
              </a:defRPr>
            </a:lvl1pPr>
            <a:lvl2pPr marL="685800">
              <a:lnSpc>
                <a:spcPts val="2000"/>
              </a:lnSpc>
              <a:defRPr lang="es-ES" sz="1800">
                <a:solidFill>
                  <a:schemeClr val="tx2"/>
                </a:solidFill>
              </a:defRPr>
            </a:lvl2pPr>
            <a:lvl3pPr marL="1143000">
              <a:lnSpc>
                <a:spcPts val="2000"/>
              </a:lnSpc>
              <a:defRPr lang="es-ES" sz="1800">
                <a:solidFill>
                  <a:schemeClr val="tx2"/>
                </a:solidFill>
              </a:defRPr>
            </a:lvl3pPr>
            <a:lvl4pPr marL="1600200">
              <a:lnSpc>
                <a:spcPts val="2000"/>
              </a:lnSpc>
              <a:defRPr lang="es-ES" sz="1800">
                <a:solidFill>
                  <a:schemeClr val="tx2"/>
                </a:solidFill>
              </a:defRPr>
            </a:lvl4pPr>
            <a:lvl5pPr marL="2057400">
              <a:lnSpc>
                <a:spcPts val="2000"/>
              </a:lnSpc>
              <a:defRPr lang="es-ES" sz="1800">
                <a:solidFill>
                  <a:schemeClr val="tx2"/>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69" name="Marcador de fecha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rtlCol="0"/>
          <a:lstStyle>
            <a:lvl1pPr>
              <a:defRPr lang="es-ES">
                <a:solidFill>
                  <a:schemeClr val="bg1"/>
                </a:solidFill>
              </a:defRPr>
            </a:lvl1pPr>
          </a:lstStyle>
          <a:p>
            <a:pPr rtl="0"/>
            <a:fld id="{493E32AF-3FCE-46D9-8013-32EEE691EE0A}" type="datetime1">
              <a:rPr lang="es-ES" smtClean="0"/>
              <a:t>27/07/2026</a:t>
            </a:fld>
            <a:endParaRPr lang="es-ES" dirty="0"/>
          </a:p>
        </p:txBody>
      </p:sp>
      <p:sp>
        <p:nvSpPr>
          <p:cNvPr id="70" name="Marcador de pie de página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rtlCol="0"/>
          <a:lstStyle>
            <a:lvl1pPr>
              <a:defRPr lang="es-ES">
                <a:solidFill>
                  <a:schemeClr val="bg1"/>
                </a:solidFill>
              </a:defRPr>
            </a:lvl1pPr>
          </a:lstStyle>
          <a:p>
            <a:pPr rtl="0"/>
            <a:r>
              <a:rPr lang="es-ES"/>
              <a:t>Título de la presentación</a:t>
            </a:r>
            <a:endParaRPr lang="es-ES" dirty="0"/>
          </a:p>
        </p:txBody>
      </p:sp>
      <p:sp>
        <p:nvSpPr>
          <p:cNvPr id="71" name="Marcador de número de diapositiva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rtlCol="0"/>
          <a:lstStyle>
            <a:lvl1pPr>
              <a:defRPr lang="es-ES">
                <a:solidFill>
                  <a:schemeClr val="bg1"/>
                </a:solidFill>
              </a:defRPr>
            </a:lvl1pPr>
          </a:lstStyle>
          <a:p>
            <a:pPr rtl="0"/>
            <a:fld id="{B5CEABB6-07DC-46E8-9B57-56EC44A396E5}" type="slidenum">
              <a:rPr lang="es-ES" smtClean="0"/>
              <a:pPr rtl="0"/>
              <a:t>‹Nº›</a:t>
            </a:fld>
            <a:endParaRPr lang="es-ES" dirty="0"/>
          </a:p>
        </p:txBody>
      </p:sp>
      <p:grpSp>
        <p:nvGrpSpPr>
          <p:cNvPr id="9" name="Grupo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13" name="Imagen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pic>
          <p:nvPicPr>
            <p:cNvPr id="16" name="Gráfico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5400000">
              <a:off x="-457200" y="5380762"/>
              <a:ext cx="1828800" cy="914400"/>
            </a:xfrm>
            <a:prstGeom prst="rect">
              <a:avLst/>
            </a:prstGeom>
          </p:spPr>
        </p:pic>
      </p:grpSp>
      <p:sp>
        <p:nvSpPr>
          <p:cNvPr id="26" name="Rectángulo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 + Tabla">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rtlCol="0" anchor="t" anchorCtr="0"/>
          <a:lstStyle>
            <a:lvl1pPr>
              <a:defRPr lang="es-ES" cap="all" baseline="0">
                <a:solidFill>
                  <a:schemeClr val="accent1"/>
                </a:solidFill>
              </a:defRPr>
            </a:lvl1pPr>
          </a:lstStyle>
          <a:p>
            <a:pPr rtl="0"/>
            <a:r>
              <a:rPr lang="es-ES"/>
              <a:t>HAGA CLIC PARA AGREGAR UN TÍTULO</a:t>
            </a:r>
          </a:p>
        </p:txBody>
      </p:sp>
      <p:sp>
        <p:nvSpPr>
          <p:cNvPr id="7" name="Rectángulo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5" name="Marcador de texto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s-ES" sz="1800" smtClean="0"/>
            </a:lvl1pPr>
            <a:lvl2pPr>
              <a:spcBef>
                <a:spcPts val="0"/>
              </a:spcBef>
              <a:spcAft>
                <a:spcPts val="1200"/>
              </a:spcAft>
              <a:defRPr lang="es-ES" sz="1800" smtClean="0"/>
            </a:lvl2pPr>
            <a:lvl3pPr>
              <a:spcBef>
                <a:spcPts val="0"/>
              </a:spcBef>
              <a:spcAft>
                <a:spcPts val="1200"/>
              </a:spcAft>
              <a:defRPr lang="es-ES" sz="1800" smtClean="0"/>
            </a:lvl3pPr>
            <a:lvl4pPr>
              <a:spcBef>
                <a:spcPts val="0"/>
              </a:spcBef>
              <a:spcAft>
                <a:spcPts val="1200"/>
              </a:spcAft>
              <a:defRPr lang="es-ES" sz="1800" smtClean="0"/>
            </a:lvl4pPr>
            <a:lvl5pPr>
              <a:spcBef>
                <a:spcPts val="0"/>
              </a:spcBef>
              <a:spcAft>
                <a:spcPts val="1200"/>
              </a:spcAft>
              <a:defRPr lang="es-ES" sz="1800"/>
            </a:lvl5pPr>
          </a:lstStyle>
          <a:p>
            <a:pPr lvl="0" rtl="0"/>
            <a:r>
              <a:rPr lang="es-ES"/>
              <a:t>Haga clic para agregar texto </a:t>
            </a:r>
          </a:p>
          <a:p>
            <a:pPr marL="685800" lvl="1" indent="-228600" rtl="0"/>
            <a:r>
              <a:rPr lang="es-ES"/>
              <a:t>Segundo nivel</a:t>
            </a:r>
          </a:p>
          <a:p>
            <a:pPr marL="1143000" lvl="2" indent="-228600" rtl="0"/>
            <a:r>
              <a:rPr lang="es-ES"/>
              <a:t>Tercer nivel</a:t>
            </a:r>
          </a:p>
          <a:p>
            <a:pPr marL="1600200" lvl="3" indent="-228600" rtl="0"/>
            <a:r>
              <a:rPr lang="es-ES"/>
              <a:t>Cuarto nivel</a:t>
            </a:r>
          </a:p>
          <a:p>
            <a:pPr marL="2057400" lvl="4" indent="-228600" rtl="0"/>
            <a:r>
              <a:rPr lang="es-ES"/>
              <a:t>Quinto nivel</a:t>
            </a:r>
          </a:p>
        </p:txBody>
      </p:sp>
      <p:sp>
        <p:nvSpPr>
          <p:cNvPr id="8" name="Marcador de posición de tabla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rtlCol="0"/>
          <a:lstStyle>
            <a:lvl1pPr>
              <a:defRPr lang="es-ES"/>
            </a:lvl1pPr>
          </a:lstStyle>
          <a:p>
            <a:pPr rtl="0"/>
            <a:r>
              <a:rPr lang="es-ES"/>
              <a:t>Haga clic en el icono para insertar una tabla</a:t>
            </a:r>
          </a:p>
        </p:txBody>
      </p:sp>
      <p:sp>
        <p:nvSpPr>
          <p:cNvPr id="3" name="Marcador de fecha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rtlCol="0"/>
          <a:lstStyle>
            <a:lvl1pPr>
              <a:defRPr lang="es-ES">
                <a:solidFill>
                  <a:schemeClr val="tx1"/>
                </a:solidFill>
              </a:defRPr>
            </a:lvl1pPr>
          </a:lstStyle>
          <a:p>
            <a:pPr rtl="0"/>
            <a:fld id="{F52EB143-0484-4B4A-822A-8DC2C064522B}" type="datetime1">
              <a:rPr lang="es-ES" smtClean="0"/>
              <a:t>27/07/2026</a:t>
            </a:fld>
            <a:endParaRPr lang="es-ES" dirty="0"/>
          </a:p>
        </p:txBody>
      </p:sp>
      <p:sp>
        <p:nvSpPr>
          <p:cNvPr id="4" name="Marcador de pie de página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rtlCol="0"/>
          <a:lstStyle>
            <a:lvl1pPr>
              <a:defRPr lang="es-ES">
                <a:solidFill>
                  <a:schemeClr val="tx1"/>
                </a:solidFill>
              </a:defRPr>
            </a:lvl1pPr>
          </a:lstStyle>
          <a:p>
            <a:pPr rtl="0"/>
            <a:r>
              <a:rPr lang="es-ES"/>
              <a:t>Título de la presentación</a:t>
            </a:r>
            <a:endParaRPr lang="es-ES" dirty="0"/>
          </a:p>
        </p:txBody>
      </p:sp>
      <p:sp>
        <p:nvSpPr>
          <p:cNvPr id="6" name="Marcador de número de diapositiva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rtlCol="0"/>
          <a:lstStyle>
            <a:lvl1pPr>
              <a:defRPr lang="es-ES">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os contenidos 3">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rtlCol="0" anchor="t" anchorCtr="0"/>
          <a:lstStyle>
            <a:lvl1pPr>
              <a:defRPr lang="es-ES" cap="all" baseline="0">
                <a:solidFill>
                  <a:schemeClr val="tx2"/>
                </a:solidFill>
              </a:defRPr>
            </a:lvl1pPr>
          </a:lstStyle>
          <a:p>
            <a:pPr rtl="0"/>
            <a:r>
              <a:rPr lang="es-ES"/>
              <a:t>HAGA CLIC PARA AGREGAR UN TÍTULO</a:t>
            </a:r>
          </a:p>
        </p:txBody>
      </p:sp>
      <p:grpSp>
        <p:nvGrpSpPr>
          <p:cNvPr id="10" name="Grupo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pic>
          <p:nvPicPr>
            <p:cNvPr id="48" name="Gráfico 47">
              <a:extLst>
                <a:ext uri="{FF2B5EF4-FFF2-40B4-BE49-F238E27FC236}">
                  <a16:creationId xmlns:a16="http://schemas.microsoft.com/office/drawing/2014/main" id="{31EB8EE7-3843-4CA8-879D-5D985DAA0D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457200" y="5416459"/>
              <a:ext cx="1828800" cy="914400"/>
            </a:xfrm>
            <a:prstGeom prst="rect">
              <a:avLst/>
            </a:prstGeom>
          </p:spPr>
        </p:pic>
        <p:pic>
          <p:nvPicPr>
            <p:cNvPr id="50" name="Gráfico 49">
              <a:extLst>
                <a:ext uri="{FF2B5EF4-FFF2-40B4-BE49-F238E27FC236}">
                  <a16:creationId xmlns:a16="http://schemas.microsoft.com/office/drawing/2014/main" id="{5FF0EEFD-0038-4A2F-AD3B-01A98EFF5C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457200" y="563329"/>
              <a:ext cx="1828800" cy="914400"/>
            </a:xfrm>
            <a:prstGeom prst="rect">
              <a:avLst/>
            </a:prstGeom>
          </p:spPr>
        </p:pic>
      </p:grpSp>
      <p:sp>
        <p:nvSpPr>
          <p:cNvPr id="3" name="Marcador de contenido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rtlCol="0">
            <a:normAutofit/>
          </a:bodyPr>
          <a:lstStyle>
            <a:lvl1pPr marL="0" indent="0">
              <a:lnSpc>
                <a:spcPct val="100000"/>
              </a:lnSpc>
              <a:spcBef>
                <a:spcPts val="0"/>
              </a:spcBef>
              <a:spcAft>
                <a:spcPts val="600"/>
              </a:spcAft>
              <a:buFont typeface="Arial" panose="020B0604020202020204" pitchFamily="34" charset="0"/>
              <a:buNone/>
              <a:defRPr lang="es-ES" sz="1800">
                <a:solidFill>
                  <a:schemeClr val="bg1"/>
                </a:solidFill>
              </a:defRPr>
            </a:lvl1pPr>
            <a:lvl2pPr marL="457200">
              <a:lnSpc>
                <a:spcPct val="100000"/>
              </a:lnSpc>
              <a:spcAft>
                <a:spcPts val="600"/>
              </a:spcAft>
              <a:defRPr lang="es-ES" sz="1800">
                <a:solidFill>
                  <a:schemeClr val="bg1"/>
                </a:solidFill>
              </a:defRPr>
            </a:lvl2pPr>
            <a:lvl3pPr marL="914400">
              <a:lnSpc>
                <a:spcPct val="100000"/>
              </a:lnSpc>
              <a:spcAft>
                <a:spcPts val="600"/>
              </a:spcAft>
              <a:defRPr lang="es-ES" sz="1800">
                <a:solidFill>
                  <a:schemeClr val="bg1"/>
                </a:solidFill>
              </a:defRPr>
            </a:lvl3pPr>
            <a:lvl4pPr marL="1371600">
              <a:lnSpc>
                <a:spcPct val="100000"/>
              </a:lnSpc>
              <a:spcAft>
                <a:spcPts val="600"/>
              </a:spcAft>
              <a:defRPr lang="es-ES" sz="1800">
                <a:solidFill>
                  <a:schemeClr val="bg1"/>
                </a:solidFill>
              </a:defRPr>
            </a:lvl4pPr>
            <a:lvl5pPr marL="1828800">
              <a:lnSpc>
                <a:spcPct val="100000"/>
              </a:lnSpc>
              <a:spcAft>
                <a:spcPts val="600"/>
              </a:spcAft>
              <a:defRPr lang="es-ES" sz="1800">
                <a:solidFill>
                  <a:schemeClr val="bg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4" name="Marcador de texto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rtlCol="0">
            <a:normAutofit/>
          </a:bodyPr>
          <a:lstStyle>
            <a:lvl1pPr marL="342900" indent="-342900">
              <a:spcAft>
                <a:spcPts val="600"/>
              </a:spcAft>
              <a:buFont typeface="+mj-lt"/>
              <a:buAutoNum type="arabicPeriod"/>
              <a:defRPr lang="es-ES" sz="1800">
                <a:solidFill>
                  <a:schemeClr val="bg1"/>
                </a:solidFill>
              </a:defRPr>
            </a:lvl1pPr>
            <a:lvl2pPr marL="800100" indent="-342900">
              <a:spcAft>
                <a:spcPts val="600"/>
              </a:spcAft>
              <a:buFont typeface="+mj-lt"/>
              <a:buAutoNum type="alphaLcPeriod"/>
              <a:defRPr lang="es-ES" sz="1800">
                <a:solidFill>
                  <a:schemeClr val="bg1"/>
                </a:solidFill>
              </a:defRPr>
            </a:lvl2pPr>
            <a:lvl3pPr marL="1257300" indent="-342900">
              <a:spcAft>
                <a:spcPts val="600"/>
              </a:spcAft>
              <a:buFont typeface="+mj-lt"/>
              <a:buAutoNum type="arabicParenR"/>
              <a:defRPr lang="es-ES" sz="1800">
                <a:solidFill>
                  <a:schemeClr val="bg1"/>
                </a:solidFill>
              </a:defRPr>
            </a:lvl3pPr>
            <a:lvl4pPr marL="1714500" indent="-342900">
              <a:spcAft>
                <a:spcPts val="600"/>
              </a:spcAft>
              <a:buFont typeface="+mj-lt"/>
              <a:buAutoNum type="alphaLcParenR"/>
              <a:defRPr lang="es-ES" sz="1800">
                <a:solidFill>
                  <a:schemeClr val="bg1"/>
                </a:solidFill>
              </a:defRPr>
            </a:lvl4pPr>
            <a:lvl5pPr marL="2171700" indent="-342900">
              <a:spcAft>
                <a:spcPts val="600"/>
              </a:spcAft>
              <a:buFont typeface="+mj-lt"/>
              <a:buAutoNum type="romanLcPeriod"/>
              <a:defRPr lang="es-ES" sz="1800">
                <a:solidFill>
                  <a:schemeClr val="bg1"/>
                </a:solidFill>
              </a:defRPr>
            </a:lvl5pPr>
          </a:lstStyle>
          <a:p>
            <a:pPr lvl="0" rtl="0"/>
            <a:r>
              <a:rPr lang="es-ES"/>
              <a:t>Haga clic para agregar texto </a:t>
            </a:r>
          </a:p>
          <a:p>
            <a:pPr lvl="1" rtl="0"/>
            <a:r>
              <a:rPr lang="es-ES"/>
              <a:t>Segundo nivel</a:t>
            </a:r>
          </a:p>
          <a:p>
            <a:pPr lvl="2" rtl="0"/>
            <a:r>
              <a:rPr lang="es-ES"/>
              <a:t>Tercer nivel</a:t>
            </a:r>
          </a:p>
          <a:p>
            <a:pPr lvl="3" rtl="0"/>
            <a:r>
              <a:rPr lang="es-ES"/>
              <a:t>Cuarto nivel</a:t>
            </a:r>
          </a:p>
          <a:p>
            <a:pPr lvl="4" rtl="0"/>
            <a:r>
              <a:rPr lang="es-ES"/>
              <a:t>Quinto nivel</a:t>
            </a:r>
          </a:p>
        </p:txBody>
      </p:sp>
      <p:sp>
        <p:nvSpPr>
          <p:cNvPr id="63" name="Marcador de fecha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rtlCol="0"/>
          <a:lstStyle>
            <a:lvl1pPr>
              <a:defRPr lang="es-ES">
                <a:solidFill>
                  <a:schemeClr val="bg1"/>
                </a:solidFill>
              </a:defRPr>
            </a:lvl1pPr>
          </a:lstStyle>
          <a:p>
            <a:pPr rtl="0"/>
            <a:fld id="{72E03785-F6E3-493F-956A-4BC16E39C284}" type="datetime1">
              <a:rPr lang="es-ES" smtClean="0"/>
              <a:t>27/07/2026</a:t>
            </a:fld>
            <a:endParaRPr lang="es-ES" dirty="0"/>
          </a:p>
        </p:txBody>
      </p:sp>
      <p:sp>
        <p:nvSpPr>
          <p:cNvPr id="64" name="Marcador de pie de página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rtlCol="0"/>
          <a:lstStyle>
            <a:lvl1pPr>
              <a:defRPr lang="es-ES">
                <a:solidFill>
                  <a:schemeClr val="bg1"/>
                </a:solidFill>
              </a:defRPr>
            </a:lvl1pPr>
          </a:lstStyle>
          <a:p>
            <a:pPr rtl="0"/>
            <a:r>
              <a:rPr lang="es-ES"/>
              <a:t>Título de la presentación</a:t>
            </a:r>
            <a:endParaRPr lang="es-ES" dirty="0"/>
          </a:p>
        </p:txBody>
      </p:sp>
      <p:sp>
        <p:nvSpPr>
          <p:cNvPr id="65" name="Marcador de número de diapositiva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rtlCol="0"/>
          <a:lstStyle>
            <a:lvl1pPr>
              <a:defRPr lang="es-ES">
                <a:solidFill>
                  <a:schemeClr val="bg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esa">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rtlCol="0" anchor="t" anchorCtr="0"/>
          <a:lstStyle>
            <a:lvl1pPr>
              <a:defRPr lang="es-ES" cap="all" baseline="0">
                <a:solidFill>
                  <a:schemeClr val="accent1"/>
                </a:solidFill>
              </a:defRPr>
            </a:lvl1pPr>
          </a:lstStyle>
          <a:p>
            <a:pPr rtl="0"/>
            <a:r>
              <a:rPr lang="es-ES"/>
              <a:t>HAGA CLIC PARA AGREGAR UN TÍTULO</a:t>
            </a:r>
          </a:p>
        </p:txBody>
      </p:sp>
      <p:sp>
        <p:nvSpPr>
          <p:cNvPr id="5" name="Marcador de posición de tabla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rtlCol="0"/>
          <a:lstStyle>
            <a:lvl1pPr>
              <a:defRPr lang="es-ES"/>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lang="es-ES"/>
            </a:pPr>
            <a:r>
              <a:rPr lang="es-ES"/>
              <a:t>Haga clic en el icono para insertar una tabla</a:t>
            </a:r>
          </a:p>
          <a:p>
            <a:pPr rtl="0"/>
            <a:endParaRPr lang="es-ES" dirty="0"/>
          </a:p>
        </p:txBody>
      </p:sp>
      <p:sp>
        <p:nvSpPr>
          <p:cNvPr id="7" name="Rectángulo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3" name="Marcador de fecha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rtlCol="0"/>
          <a:lstStyle>
            <a:lvl1pPr>
              <a:defRPr lang="es-ES">
                <a:solidFill>
                  <a:schemeClr val="tx1"/>
                </a:solidFill>
              </a:defRPr>
            </a:lvl1pPr>
          </a:lstStyle>
          <a:p>
            <a:pPr rtl="0"/>
            <a:fld id="{20B67A72-3A57-4FB3-90CC-3D658B9B24C0}" type="datetime1">
              <a:rPr lang="es-ES" smtClean="0"/>
              <a:t>27/07/2026</a:t>
            </a:fld>
            <a:endParaRPr lang="es-ES" dirty="0"/>
          </a:p>
        </p:txBody>
      </p:sp>
      <p:sp>
        <p:nvSpPr>
          <p:cNvPr id="4" name="Marcador de pie de página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rtlCol="0"/>
          <a:lstStyle>
            <a:lvl1pPr>
              <a:defRPr lang="es-ES">
                <a:solidFill>
                  <a:schemeClr val="tx1"/>
                </a:solidFill>
              </a:defRPr>
            </a:lvl1pPr>
          </a:lstStyle>
          <a:p>
            <a:pPr rtl="0"/>
            <a:r>
              <a:rPr lang="es-ES"/>
              <a:t>Título de la presentación</a:t>
            </a:r>
            <a:endParaRPr lang="es-ES" dirty="0"/>
          </a:p>
        </p:txBody>
      </p:sp>
      <p:sp>
        <p:nvSpPr>
          <p:cNvPr id="6" name="Marcador de número de diapositiva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rtlCol="0"/>
          <a:lstStyle>
            <a:lvl1pPr>
              <a:defRPr lang="es-ES">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ido 2">
    <p:bg>
      <p:bgPr>
        <a:solidFill>
          <a:schemeClr val="accent2"/>
        </a:solidFill>
        <a:effectLst/>
      </p:bgPr>
    </p:bg>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grpSp>
          <p:nvGrpSpPr>
            <p:cNvPr id="116" name="Grupo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upo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upo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upo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upo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upo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upo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upo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r>
                  <a:rPr lang="es-ES"/>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297" name="Gráfico 296">
              <a:extLst>
                <a:ext uri="{FF2B5EF4-FFF2-40B4-BE49-F238E27FC236}">
                  <a16:creationId xmlns:a16="http://schemas.microsoft.com/office/drawing/2014/main" id="{AEE6DE36-A3C9-4D40-B471-F49B6A875D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2029016" y="2051944"/>
              <a:ext cx="2029968" cy="2029968"/>
            </a:xfrm>
            <a:prstGeom prst="rect">
              <a:avLst/>
            </a:prstGeom>
          </p:spPr>
        </p:pic>
        <p:pic>
          <p:nvPicPr>
            <p:cNvPr id="299" name="Gráfico 298">
              <a:extLst>
                <a:ext uri="{FF2B5EF4-FFF2-40B4-BE49-F238E27FC236}">
                  <a16:creationId xmlns:a16="http://schemas.microsoft.com/office/drawing/2014/main" id="{99FF86FA-8891-4235-B88B-CFCA3B57E53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078224"/>
              <a:ext cx="2029968" cy="2029968"/>
            </a:xfrm>
            <a:prstGeom prst="rect">
              <a:avLst/>
            </a:prstGeom>
          </p:spPr>
        </p:pic>
        <p:cxnSp>
          <p:nvCxnSpPr>
            <p:cNvPr id="170" name="Conector recto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ítulo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rtlCol="0" anchor="b">
            <a:normAutofit/>
          </a:bodyPr>
          <a:lstStyle>
            <a:lvl1pPr algn="l">
              <a:defRPr lang="es-ES" sz="4400" cap="all" baseline="0">
                <a:solidFill>
                  <a:schemeClr val="tx2"/>
                </a:solidFill>
              </a:defRPr>
            </a:lvl1pPr>
          </a:lstStyle>
          <a:p>
            <a:pPr rtl="0"/>
            <a:r>
              <a:rPr lang="es-ES"/>
              <a:t>Haga clic para agregar un título</a:t>
            </a:r>
          </a:p>
        </p:txBody>
      </p:sp>
      <p:sp>
        <p:nvSpPr>
          <p:cNvPr id="3" name="Subtítulo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rtlCol="0">
            <a:normAutofit/>
          </a:bodyPr>
          <a:lstStyle>
            <a:lvl1pPr marL="0" indent="0" algn="l">
              <a:lnSpc>
                <a:spcPct val="150000"/>
              </a:lnSpc>
              <a:spcBef>
                <a:spcPts val="0"/>
              </a:spcBef>
              <a:buNone/>
              <a:defRPr lang="es-ES" sz="1800">
                <a:solidFill>
                  <a:schemeClr val="tx2"/>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 name="Marcador de texto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lang="es-ES" sz="1000">
                <a:solidFill>
                  <a:schemeClr val="tx1">
                    <a:tint val="75000"/>
                  </a:schemeClr>
                </a:solidFill>
              </a:defRPr>
            </a:lvl1pPr>
          </a:lstStyle>
          <a:p>
            <a:pPr rtl="0"/>
            <a:fld id="{C3DAC8E4-6DEF-4C1E-98BC-5D4BE770117D}" type="datetime1">
              <a:rPr lang="es-ES" smtClean="0"/>
              <a:t>27/07/2026</a:t>
            </a:fld>
            <a:endParaRPr lang="es-ES" dirty="0"/>
          </a:p>
        </p:txBody>
      </p:sp>
      <p:sp>
        <p:nvSpPr>
          <p:cNvPr id="5" name="Marcador de pie de página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s-ES" sz="1000">
                <a:solidFill>
                  <a:schemeClr val="tx1">
                    <a:tint val="75000"/>
                  </a:schemeClr>
                </a:solidFill>
              </a:defRPr>
            </a:lvl1pPr>
          </a:lstStyle>
          <a:p>
            <a:pPr rtl="0"/>
            <a:r>
              <a:rPr lang="es-ES"/>
              <a:t>Título de la presentación</a:t>
            </a:r>
            <a:endParaRPr lang="es-ES" dirty="0"/>
          </a:p>
        </p:txBody>
      </p:sp>
      <p:sp>
        <p:nvSpPr>
          <p:cNvPr id="6" name="Marcador de número de diapositiva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lang="es-ES" sz="1000">
                <a:solidFill>
                  <a:schemeClr val="tx1">
                    <a:tint val="75000"/>
                  </a:schemeClr>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lang="es-ES"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lang="es-ES"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lang="es-ES"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lang="es-ES"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lang="es-ES"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lang="es-E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4714772" y="677918"/>
            <a:ext cx="6856292" cy="3590596"/>
          </a:xfrm>
        </p:spPr>
        <p:txBody>
          <a:bodyPr rtlCol="0">
            <a:normAutofit/>
          </a:bodyPr>
          <a:lstStyle>
            <a:defPPr>
              <a:defRPr lang="es-ES"/>
            </a:defPPr>
          </a:lstStyle>
          <a:p>
            <a:pPr rtl="0"/>
            <a:r>
              <a:rPr lang="es-ES" dirty="0"/>
              <a:t>Investigación Pandas</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19F29B-F233-48AF-8261-F33A4E079E3E}"/>
              </a:ext>
            </a:extLst>
          </p:cNvPr>
          <p:cNvSpPr>
            <a:spLocks noGrp="1"/>
          </p:cNvSpPr>
          <p:nvPr>
            <p:ph type="title"/>
          </p:nvPr>
        </p:nvSpPr>
        <p:spPr>
          <a:xfrm>
            <a:off x="4933950" y="429461"/>
            <a:ext cx="6343650" cy="2668463"/>
          </a:xfrm>
        </p:spPr>
        <p:txBody>
          <a:bodyPr rtlCol="0">
            <a:normAutofit/>
          </a:bodyPr>
          <a:lstStyle>
            <a:defPPr>
              <a:defRPr lang="es-ES"/>
            </a:defPPr>
          </a:lstStyle>
          <a:p>
            <a:pPr rtl="0"/>
            <a:r>
              <a:rPr lang="es-ES" dirty="0"/>
              <a:t>Integrantes</a:t>
            </a:r>
          </a:p>
        </p:txBody>
      </p:sp>
      <p:sp>
        <p:nvSpPr>
          <p:cNvPr id="3" name="Subtítulo 2">
            <a:extLst>
              <a:ext uri="{FF2B5EF4-FFF2-40B4-BE49-F238E27FC236}">
                <a16:creationId xmlns:a16="http://schemas.microsoft.com/office/drawing/2014/main" id="{35E3EA69-4E0E-41BD-8095-A124225A2647}"/>
              </a:ext>
            </a:extLst>
          </p:cNvPr>
          <p:cNvSpPr>
            <a:spLocks noGrp="1"/>
          </p:cNvSpPr>
          <p:nvPr>
            <p:ph sz="half" idx="14"/>
          </p:nvPr>
        </p:nvSpPr>
        <p:spPr>
          <a:xfrm>
            <a:off x="4938713" y="3300413"/>
            <a:ext cx="6338887" cy="2668587"/>
          </a:xfrm>
        </p:spPr>
        <p:txBody>
          <a:bodyPr rtlCol="0">
            <a:normAutofit lnSpcReduction="10000"/>
          </a:bodyPr>
          <a:lstStyle>
            <a:defPPr>
              <a:defRPr lang="es-ES"/>
            </a:defPPr>
          </a:lstStyle>
          <a:p>
            <a:pPr rtl="0"/>
            <a:r>
              <a:rPr lang="es-ES" dirty="0"/>
              <a:t>Grupo 3</a:t>
            </a:r>
          </a:p>
          <a:p>
            <a:pPr rtl="0"/>
            <a:r>
              <a:rPr lang="es-ES" dirty="0"/>
              <a:t>Integrantes:</a:t>
            </a:r>
          </a:p>
          <a:p>
            <a:pPr rtl="0"/>
            <a:r>
              <a:rPr lang="es-ES" dirty="0"/>
              <a:t>Samuel Ojeda</a:t>
            </a:r>
          </a:p>
          <a:p>
            <a:pPr rtl="0"/>
            <a:r>
              <a:rPr lang="es-ES" dirty="0"/>
              <a:t>Jesahias Sánchez</a:t>
            </a:r>
          </a:p>
          <a:p>
            <a:pPr rtl="0"/>
            <a:r>
              <a:rPr lang="es-ES" dirty="0"/>
              <a:t>Bryan Andrade</a:t>
            </a:r>
          </a:p>
        </p:txBody>
      </p:sp>
      <p:sp>
        <p:nvSpPr>
          <p:cNvPr id="6" name="Marcador de número de diapositiva 5">
            <a:extLst>
              <a:ext uri="{FF2B5EF4-FFF2-40B4-BE49-F238E27FC236}">
                <a16:creationId xmlns:a16="http://schemas.microsoft.com/office/drawing/2014/main" id="{67927DCA-F11F-1716-00DA-9EF49F131ABD}"/>
              </a:ext>
            </a:extLst>
          </p:cNvPr>
          <p:cNvSpPr>
            <a:spLocks noGrp="1"/>
          </p:cNvSpPr>
          <p:nvPr>
            <p:ph type="sldNum" sz="quarter" idx="12"/>
          </p:nvPr>
        </p:nvSpPr>
        <p:spPr/>
        <p:txBody>
          <a:bodyPr rtlCol="0"/>
          <a:lstStyle>
            <a:defPPr>
              <a:defRPr lang="es-ES"/>
            </a:defPPr>
          </a:lstStyle>
          <a:p>
            <a:pPr rtl="0"/>
            <a:fld id="{B5CEABB6-07DC-46E8-9B57-56EC44A396E5}" type="slidenum">
              <a:rPr lang="es-ES" smtClean="0"/>
              <a:pPr/>
              <a:t>2</a:t>
            </a:fld>
            <a:endParaRPr lang="es-E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9DE7F2-E890-4744-88DD-A75F5E300513}"/>
              </a:ext>
            </a:extLst>
          </p:cNvPr>
          <p:cNvSpPr>
            <a:spLocks noGrp="1"/>
          </p:cNvSpPr>
          <p:nvPr>
            <p:ph type="ctrTitle"/>
          </p:nvPr>
        </p:nvSpPr>
        <p:spPr>
          <a:xfrm>
            <a:off x="4968010" y="2220802"/>
            <a:ext cx="5996645" cy="3752615"/>
          </a:xfrm>
        </p:spPr>
        <p:txBody>
          <a:bodyPr rtlCol="0">
            <a:normAutofit/>
          </a:bodyPr>
          <a:lstStyle>
            <a:defPPr>
              <a:defRPr lang="es-ES"/>
            </a:defPPr>
          </a:lstStyle>
          <a:p>
            <a:pPr rtl="0"/>
            <a:r>
              <a:rPr lang="es-MX" sz="2000" dirty="0"/>
              <a:t>Realizar una investigación profunda sobre la librería Pandas que cubra:</a:t>
            </a:r>
            <a:br>
              <a:rPr lang="es-MX" sz="2000" dirty="0"/>
            </a:br>
            <a:br>
              <a:rPr lang="es-MX" sz="2000" dirty="0"/>
            </a:br>
            <a:r>
              <a:rPr lang="es-MX" sz="2000" dirty="0"/>
              <a:t>¿Qué es? </a:t>
            </a:r>
            <a:br>
              <a:rPr lang="es-MX" sz="2000" dirty="0"/>
            </a:br>
            <a:br>
              <a:rPr lang="es-MX" sz="2000" dirty="0"/>
            </a:br>
            <a:r>
              <a:rPr lang="es-MX" sz="2000" dirty="0"/>
              <a:t>¿Para qué sirve?</a:t>
            </a:r>
            <a:br>
              <a:rPr lang="es-MX" sz="2000" dirty="0"/>
            </a:br>
            <a:br>
              <a:rPr lang="es-MX" sz="2000" dirty="0"/>
            </a:br>
            <a:r>
              <a:rPr lang="es-MX" sz="2000" dirty="0"/>
              <a:t>¿Cómo se utiliza / implementa?</a:t>
            </a:r>
            <a:br>
              <a:rPr lang="es-MX" sz="2000" dirty="0"/>
            </a:br>
            <a:br>
              <a:rPr lang="es-MX" sz="2000" dirty="0"/>
            </a:br>
            <a:r>
              <a:rPr lang="es-MX" sz="2000" dirty="0"/>
              <a:t> 2 ejemplos de implementación aplicada</a:t>
            </a:r>
            <a:endParaRPr lang="es-ES" sz="2000" dirty="0"/>
          </a:p>
        </p:txBody>
      </p:sp>
      <p:pic>
        <p:nvPicPr>
          <p:cNvPr id="34" name="Marcador de posición de imagen 33" descr="Vista aérea de una intersección de autopista de neón">
            <a:extLst>
              <a:ext uri="{FF2B5EF4-FFF2-40B4-BE49-F238E27FC236}">
                <a16:creationId xmlns:a16="http://schemas.microsoft.com/office/drawing/2014/main" id="{9289CE93-EC50-55DB-CFE0-1266AEC87B19}"/>
              </a:ext>
            </a:extLst>
          </p:cNvPr>
          <p:cNvPicPr>
            <a:picLocks noGrp="1" noChangeAspect="1"/>
          </p:cNvPicPr>
          <p:nvPr>
            <p:ph type="pic" sz="quarter" idx="13"/>
          </p:nvPr>
        </p:nvPicPr>
        <p:blipFill>
          <a:blip r:embed="rId3"/>
          <a:srcRect l="24936" r="24936"/>
          <a:stretch/>
        </p:blipFill>
        <p:spPr>
          <a:xfrm rot="10800000">
            <a:off x="1" y="761322"/>
            <a:ext cx="4076118" cy="6096678"/>
          </a:xfrm>
        </p:spPr>
      </p:pic>
      <p:sp>
        <p:nvSpPr>
          <p:cNvPr id="31" name="Elipse 30">
            <a:extLst>
              <a:ext uri="{FF2B5EF4-FFF2-40B4-BE49-F238E27FC236}">
                <a16:creationId xmlns:a16="http://schemas.microsoft.com/office/drawing/2014/main" id="{F466A906-2869-BB36-138E-D45F62E92210}"/>
              </a:ext>
              <a:ext uri="{C183D7F6-B498-43B3-948B-1728B52AA6E4}">
                <adec:decorative xmlns:adec="http://schemas.microsoft.com/office/drawing/2017/decorative" val="1"/>
              </a:ext>
            </a:extLst>
          </p:cNvPr>
          <p:cNvSpPr/>
          <p:nvPr/>
        </p:nvSpPr>
        <p:spPr>
          <a:xfrm>
            <a:off x="3903349" y="4646277"/>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cxnSp>
        <p:nvCxnSpPr>
          <p:cNvPr id="32" name="Conector recto 31">
            <a:extLst>
              <a:ext uri="{FF2B5EF4-FFF2-40B4-BE49-F238E27FC236}">
                <a16:creationId xmlns:a16="http://schemas.microsoft.com/office/drawing/2014/main" id="{06186C3A-548E-AD87-3029-964123530768}"/>
              </a:ext>
              <a:ext uri="{C183D7F6-B498-43B3-948B-1728B52AA6E4}">
                <adec:decorative xmlns:adec="http://schemas.microsoft.com/office/drawing/2017/decorative" val="1"/>
              </a:ext>
            </a:extLst>
          </p:cNvPr>
          <p:cNvCxnSpPr>
            <a:cxnSpLocks/>
          </p:cNvCxnSpPr>
          <p:nvPr/>
        </p:nvCxnSpPr>
        <p:spPr>
          <a:xfrm>
            <a:off x="-97971" y="660400"/>
            <a:ext cx="4160955" cy="414915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ítulo 1">
            <a:extLst>
              <a:ext uri="{FF2B5EF4-FFF2-40B4-BE49-F238E27FC236}">
                <a16:creationId xmlns:a16="http://schemas.microsoft.com/office/drawing/2014/main" id="{D3152FC0-5E08-F986-9A7B-DC965EE4AEC3}"/>
              </a:ext>
            </a:extLst>
          </p:cNvPr>
          <p:cNvSpPr txBox="1">
            <a:spLocks/>
          </p:cNvSpPr>
          <p:nvPr/>
        </p:nvSpPr>
        <p:spPr>
          <a:xfrm>
            <a:off x="4986094" y="812758"/>
            <a:ext cx="4160955" cy="1605764"/>
          </a:xfrm>
          <a:prstGeom prst="rect">
            <a:avLst/>
          </a:prstGeom>
        </p:spPr>
        <p:txBody>
          <a:bodyPr vert="horz" lIns="91440" tIns="45720" rIns="91440" bIns="45720" rtlCol="0" anchor="ctr">
            <a:normAutofit/>
          </a:bodyPr>
          <a:lstStyle>
            <a:defPPr>
              <a:defRPr lang="es-ES"/>
            </a:defPPr>
            <a:lvl1pPr algn="l" defTabSz="914400" rtl="0" eaLnBrk="1" latinLnBrk="0" hangingPunct="1">
              <a:lnSpc>
                <a:spcPct val="90000"/>
              </a:lnSpc>
              <a:spcBef>
                <a:spcPct val="0"/>
              </a:spcBef>
              <a:buNone/>
              <a:defRPr lang="es-ES" sz="4800" b="1" kern="1200" cap="all" baseline="0">
                <a:solidFill>
                  <a:schemeClr val="tx2"/>
                </a:solidFill>
                <a:latin typeface="+mj-lt"/>
                <a:ea typeface="+mj-ea"/>
                <a:cs typeface="+mj-cs"/>
              </a:defRPr>
            </a:lvl1pPr>
          </a:lstStyle>
          <a:p>
            <a:r>
              <a:rPr lang="es-EC"/>
              <a:t>Tabla de Contenido</a:t>
            </a:r>
            <a:endParaRPr lang="es-EC" dirty="0"/>
          </a:p>
        </p:txBody>
      </p:sp>
    </p:spTree>
    <p:extLst>
      <p:ext uri="{BB962C8B-B14F-4D97-AF65-F5344CB8AC3E}">
        <p14:creationId xmlns:p14="http://schemas.microsoft.com/office/powerpoint/2010/main" val="707789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4833694" y="544285"/>
            <a:ext cx="6594768" cy="3445329"/>
          </a:xfrm>
        </p:spPr>
        <p:txBody>
          <a:bodyPr rtlCol="0">
            <a:normAutofit/>
          </a:bodyPr>
          <a:lstStyle>
            <a:defPPr>
              <a:defRPr lang="es-ES"/>
            </a:defPPr>
          </a:lstStyle>
          <a:p>
            <a:pPr rtl="0"/>
            <a:r>
              <a:rPr lang="es-ES" dirty="0"/>
              <a:t>¿qué es?</a:t>
            </a:r>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4829788" y="4130045"/>
            <a:ext cx="7126985" cy="2183670"/>
          </a:xfrm>
        </p:spPr>
        <p:txBody>
          <a:bodyPr rtlCol="0">
            <a:normAutofit fontScale="40000" lnSpcReduction="20000"/>
          </a:bodyPr>
          <a:lstStyle>
            <a:defPPr>
              <a:defRPr lang="es-ES"/>
            </a:defPPr>
          </a:lstStyle>
          <a:p>
            <a:r>
              <a:rPr lang="es-EC" sz="4000" dirty="0"/>
              <a:t>Es una librería de código abierto para Python que proporciona estructuras de datos de alto rendimiento y herramientas de análisis de datos son fáciles de usar. Se basa en la librería </a:t>
            </a:r>
            <a:r>
              <a:rPr lang="es-EC" sz="4000" dirty="0" err="1"/>
              <a:t>NumPy</a:t>
            </a:r>
            <a:r>
              <a:rPr lang="es-EC" sz="4000" dirty="0"/>
              <a:t> y es la herramienta fundamental para cualquier científico de datos o analista que trabaje con el lenguaje Python. Su nombre proviene del término "Panel Data" (datos de panel).</a:t>
            </a:r>
            <a:endParaRPr lang="es-ES" sz="4000" dirty="0"/>
          </a:p>
          <a:p>
            <a:pPr rtl="0"/>
            <a:endParaRPr lang="es-ES" dirty="0"/>
          </a:p>
        </p:txBody>
      </p:sp>
      <p:pic>
        <p:nvPicPr>
          <p:cNvPr id="13" name="Marcador de posición de imagen 12" descr="Vista de ángulo bajo de edificios altos">
            <a:extLst>
              <a:ext uri="{FF2B5EF4-FFF2-40B4-BE49-F238E27FC236}">
                <a16:creationId xmlns:a16="http://schemas.microsoft.com/office/drawing/2014/main" id="{1DFE730E-30E7-DA99-A3EE-ACB889D161E9}"/>
              </a:ext>
            </a:extLst>
          </p:cNvPr>
          <p:cNvPicPr>
            <a:picLocks noGrp="1" noChangeAspect="1"/>
          </p:cNvPicPr>
          <p:nvPr>
            <p:ph type="pic" sz="quarter" idx="13"/>
          </p:nvPr>
        </p:nvPicPr>
        <p:blipFill>
          <a:blip r:embed="rId3"/>
          <a:srcRect l="43" r="43"/>
          <a:stretch/>
        </p:blipFill>
        <p:spPr>
          <a:xfrm>
            <a:off x="0" y="-1"/>
            <a:ext cx="4076118" cy="6096678"/>
          </a:xfrm>
        </p:spPr>
      </p:pic>
      <p:sp>
        <p:nvSpPr>
          <p:cNvPr id="44" name="Elipse 43">
            <a:extLst>
              <a:ext uri="{FF2B5EF4-FFF2-40B4-BE49-F238E27FC236}">
                <a16:creationId xmlns:a16="http://schemas.microsoft.com/office/drawing/2014/main" id="{5F855448-57DF-E468-AF41-00CAAC2D7C74}"/>
              </a:ext>
              <a:ext uri="{C183D7F6-B498-43B3-948B-1728B52AA6E4}">
                <adec:decorative xmlns:adec="http://schemas.microsoft.com/office/drawing/2017/decorative" val="1"/>
              </a:ext>
            </a:extLst>
          </p:cNvPr>
          <p:cNvSpPr/>
          <p:nvPr/>
        </p:nvSpPr>
        <p:spPr>
          <a:xfrm>
            <a:off x="3903349" y="5895479"/>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cxnSp>
        <p:nvCxnSpPr>
          <p:cNvPr id="43" name="Conector recto 42">
            <a:extLst>
              <a:ext uri="{FF2B5EF4-FFF2-40B4-BE49-F238E27FC236}">
                <a16:creationId xmlns:a16="http://schemas.microsoft.com/office/drawing/2014/main" id="{752FDA21-768F-9929-E6D6-D78CD4F8EA24}"/>
              </a:ext>
              <a:ext uri="{C183D7F6-B498-43B3-948B-1728B52AA6E4}">
                <adec:decorative xmlns:adec="http://schemas.microsoft.com/office/drawing/2017/decorative" val="1"/>
              </a:ext>
            </a:extLst>
          </p:cNvPr>
          <p:cNvCxnSpPr>
            <a:cxnSpLocks/>
          </p:cNvCxnSpPr>
          <p:nvPr/>
        </p:nvCxnSpPr>
        <p:spPr>
          <a:xfrm>
            <a:off x="-97971" y="1909602"/>
            <a:ext cx="4160955" cy="414915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9539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7E1C88-627C-4655-A4FB-0BB02EDB078A}"/>
              </a:ext>
            </a:extLst>
          </p:cNvPr>
          <p:cNvSpPr>
            <a:spLocks noGrp="1"/>
          </p:cNvSpPr>
          <p:nvPr>
            <p:ph type="title"/>
          </p:nvPr>
        </p:nvSpPr>
        <p:spPr>
          <a:xfrm>
            <a:off x="762001" y="896112"/>
            <a:ext cx="6059423" cy="1988706"/>
          </a:xfrm>
        </p:spPr>
        <p:txBody>
          <a:bodyPr rtlCol="0"/>
          <a:lstStyle>
            <a:defPPr>
              <a:defRPr lang="es-ES"/>
            </a:defPPr>
          </a:lstStyle>
          <a:p>
            <a:pPr rtl="0"/>
            <a:r>
              <a:rPr lang="es-ES" dirty="0"/>
              <a:t>¿Para qué sirve?</a:t>
            </a:r>
          </a:p>
        </p:txBody>
      </p:sp>
      <p:sp>
        <p:nvSpPr>
          <p:cNvPr id="3" name="Marcador de contenido 2">
            <a:extLst>
              <a:ext uri="{FF2B5EF4-FFF2-40B4-BE49-F238E27FC236}">
                <a16:creationId xmlns:a16="http://schemas.microsoft.com/office/drawing/2014/main" id="{033634FE-ADF0-4BC3-A0A9-447EA9DD096B}"/>
              </a:ext>
            </a:extLst>
          </p:cNvPr>
          <p:cNvSpPr>
            <a:spLocks noGrp="1"/>
          </p:cNvSpPr>
          <p:nvPr>
            <p:ph sz="half" idx="14"/>
          </p:nvPr>
        </p:nvSpPr>
        <p:spPr>
          <a:xfrm>
            <a:off x="762001" y="2115293"/>
            <a:ext cx="6597650" cy="3295650"/>
          </a:xfrm>
        </p:spPr>
        <p:txBody>
          <a:bodyPr vert="horz" lIns="91440" tIns="45720" rIns="91440" bIns="45720" rtlCol="0" anchor="t">
            <a:normAutofit/>
          </a:bodyPr>
          <a:lstStyle>
            <a:defPPr>
              <a:defRPr lang="es-ES"/>
            </a:defPPr>
          </a:lstStyle>
          <a:p>
            <a:pPr rtl="0"/>
            <a:r>
              <a:rPr lang="es-ES" dirty="0"/>
              <a:t>-Para hacer limpieza de datos</a:t>
            </a:r>
          </a:p>
          <a:p>
            <a:pPr rtl="0"/>
            <a:r>
              <a:rPr lang="es-ES" dirty="0"/>
              <a:t>-Manipular los datos para poder organizarlos y ejecutarlos de una manera correcta.</a:t>
            </a:r>
          </a:p>
          <a:p>
            <a:pPr rtl="0"/>
            <a:r>
              <a:rPr lang="es-ES" dirty="0"/>
              <a:t>-Analizar datos estadísticos matemáticos para aplicarlo en el programa.</a:t>
            </a:r>
          </a:p>
          <a:p>
            <a:pPr rtl="0"/>
            <a:r>
              <a:rPr lang="es-ES" dirty="0"/>
              <a:t>-Tener una escritura y lectura clara para que se puedan entender la ejecución que se da.</a:t>
            </a:r>
          </a:p>
          <a:p>
            <a:pPr rtl="0"/>
            <a:r>
              <a:rPr lang="es-ES" dirty="0"/>
              <a:t>-Series de tiempo que se da en el programa.</a:t>
            </a:r>
          </a:p>
          <a:p>
            <a:pPr rtl="0"/>
            <a:endParaRPr lang="es-ES" dirty="0"/>
          </a:p>
        </p:txBody>
      </p:sp>
      <p:sp>
        <p:nvSpPr>
          <p:cNvPr id="6" name="Marcador de número de diapositiva 5">
            <a:extLst>
              <a:ext uri="{FF2B5EF4-FFF2-40B4-BE49-F238E27FC236}">
                <a16:creationId xmlns:a16="http://schemas.microsoft.com/office/drawing/2014/main" id="{A4AC050D-BAF4-C23C-F8EC-24DEC4293002}"/>
              </a:ext>
            </a:extLst>
          </p:cNvPr>
          <p:cNvSpPr>
            <a:spLocks noGrp="1"/>
          </p:cNvSpPr>
          <p:nvPr>
            <p:ph type="sldNum" sz="quarter" idx="12"/>
          </p:nvPr>
        </p:nvSpPr>
        <p:spPr/>
        <p:txBody>
          <a:bodyPr rtlCol="0"/>
          <a:lstStyle>
            <a:defPPr>
              <a:defRPr lang="es-ES"/>
            </a:defPPr>
          </a:lstStyle>
          <a:p>
            <a:pPr rtl="0"/>
            <a:fld id="{B5CEABB6-07DC-46E8-9B57-56EC44A396E5}" type="slidenum">
              <a:rPr lang="es-ES" smtClean="0"/>
              <a:pPr/>
              <a:t>5</a:t>
            </a:fld>
            <a:endParaRPr lang="es-ES" dirty="0"/>
          </a:p>
        </p:txBody>
      </p:sp>
    </p:spTree>
    <p:extLst>
      <p:ext uri="{BB962C8B-B14F-4D97-AF65-F5344CB8AC3E}">
        <p14:creationId xmlns:p14="http://schemas.microsoft.com/office/powerpoint/2010/main" val="1346372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4974771" y="576943"/>
            <a:ext cx="5924877" cy="2785508"/>
          </a:xfrm>
        </p:spPr>
        <p:txBody>
          <a:bodyPr rtlCol="0">
            <a:normAutofit/>
          </a:bodyPr>
          <a:lstStyle>
            <a:defPPr>
              <a:defRPr lang="es-ES"/>
            </a:defPPr>
          </a:lstStyle>
          <a:p>
            <a:pPr rtl="0"/>
            <a:r>
              <a:rPr lang="es-ES" dirty="0"/>
              <a:t>¿Cómo se utiliza / implementa?</a:t>
            </a:r>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4581940" y="3373685"/>
            <a:ext cx="7106478" cy="2530158"/>
          </a:xfrm>
        </p:spPr>
        <p:txBody>
          <a:bodyPr rtlCol="0">
            <a:normAutofit/>
          </a:bodyPr>
          <a:lstStyle>
            <a:defPPr>
              <a:defRPr lang="es-ES"/>
            </a:defPPr>
          </a:lstStyle>
          <a:p>
            <a:pPr rtl="0"/>
            <a:r>
              <a:rPr lang="es-ES" dirty="0"/>
              <a:t>Primero se debe tener la librería. En esta ocasión al usar </a:t>
            </a:r>
            <a:r>
              <a:rPr lang="es-ES" dirty="0" err="1"/>
              <a:t>colab</a:t>
            </a:r>
            <a:r>
              <a:rPr lang="es-ES" dirty="0"/>
              <a:t> no necesitamos instalar directamente la librería de Pandas, solo poner el comando “</a:t>
            </a:r>
            <a:r>
              <a:rPr lang="es-ES" dirty="0" err="1"/>
              <a:t>import</a:t>
            </a:r>
            <a:r>
              <a:rPr lang="es-ES" dirty="0"/>
              <a:t>”.</a:t>
            </a:r>
          </a:p>
          <a:p>
            <a:pPr rtl="0"/>
            <a:endParaRPr lang="es-ES" dirty="0"/>
          </a:p>
        </p:txBody>
      </p:sp>
      <p:sp>
        <p:nvSpPr>
          <p:cNvPr id="4" name="Marcador de número de diapositiva 3">
            <a:extLst>
              <a:ext uri="{FF2B5EF4-FFF2-40B4-BE49-F238E27FC236}">
                <a16:creationId xmlns:a16="http://schemas.microsoft.com/office/drawing/2014/main" id="{58D8D8EF-09F7-2BAC-3EC4-6E8F40515A5D}"/>
              </a:ext>
            </a:extLst>
          </p:cNvPr>
          <p:cNvSpPr>
            <a:spLocks noGrp="1"/>
          </p:cNvSpPr>
          <p:nvPr>
            <p:ph type="sldNum" sz="quarter" idx="12"/>
          </p:nvPr>
        </p:nvSpPr>
        <p:spPr/>
        <p:txBody>
          <a:bodyPr rtlCol="0"/>
          <a:lstStyle>
            <a:defPPr>
              <a:defRPr lang="es-ES"/>
            </a:defPPr>
          </a:lstStyle>
          <a:p>
            <a:pPr rtl="0"/>
            <a:fld id="{B5CEABB6-07DC-46E8-9B57-56EC44A396E5}" type="slidenum">
              <a:rPr lang="es-ES" smtClean="0"/>
              <a:pPr/>
              <a:t>6</a:t>
            </a:fld>
            <a:endParaRPr lang="es-ES" dirty="0"/>
          </a:p>
        </p:txBody>
      </p:sp>
    </p:spTree>
    <p:extLst>
      <p:ext uri="{BB962C8B-B14F-4D97-AF65-F5344CB8AC3E}">
        <p14:creationId xmlns:p14="http://schemas.microsoft.com/office/powerpoint/2010/main" val="3003251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AD2AE59-5630-4D5C-83A9-4CDEF4D7DCFB}"/>
              </a:ext>
            </a:extLst>
          </p:cNvPr>
          <p:cNvSpPr>
            <a:spLocks noGrp="1"/>
          </p:cNvSpPr>
          <p:nvPr>
            <p:ph type="title"/>
          </p:nvPr>
        </p:nvSpPr>
        <p:spPr>
          <a:xfrm>
            <a:off x="771736" y="896112"/>
            <a:ext cx="9389288" cy="1362456"/>
          </a:xfrm>
        </p:spPr>
        <p:txBody>
          <a:bodyPr rtlCol="0"/>
          <a:lstStyle>
            <a:defPPr>
              <a:defRPr lang="es-ES"/>
            </a:defPPr>
          </a:lstStyle>
          <a:p>
            <a:pPr rtl="0"/>
            <a:r>
              <a:rPr lang="es-ES" dirty="0"/>
              <a:t>2 ejemplos de implementación aplicada</a:t>
            </a:r>
          </a:p>
        </p:txBody>
      </p:sp>
      <p:sp>
        <p:nvSpPr>
          <p:cNvPr id="6" name="Marcador de contenido 5">
            <a:extLst>
              <a:ext uri="{FF2B5EF4-FFF2-40B4-BE49-F238E27FC236}">
                <a16:creationId xmlns:a16="http://schemas.microsoft.com/office/drawing/2014/main" id="{5A6B31B0-7B84-475D-961F-09C0191F91A2}"/>
              </a:ext>
            </a:extLst>
          </p:cNvPr>
          <p:cNvSpPr>
            <a:spLocks noGrp="1"/>
          </p:cNvSpPr>
          <p:nvPr>
            <p:ph sz="half" idx="14"/>
          </p:nvPr>
        </p:nvSpPr>
        <p:spPr>
          <a:xfrm>
            <a:off x="110295" y="2521226"/>
            <a:ext cx="2389119" cy="907774"/>
          </a:xfrm>
        </p:spPr>
        <p:txBody>
          <a:bodyPr vert="horz" lIns="91440" tIns="45720" rIns="91440" bIns="45720" rtlCol="0" anchor="t">
            <a:normAutofit/>
          </a:bodyPr>
          <a:lstStyle>
            <a:defPPr>
              <a:defRPr lang="es-ES"/>
            </a:defPPr>
          </a:lstStyle>
          <a:p>
            <a:pPr rtl="0"/>
            <a:r>
              <a:rPr lang="es-ES" sz="5400" dirty="0">
                <a:solidFill>
                  <a:schemeClr val="tx2">
                    <a:lumMod val="50000"/>
                  </a:schemeClr>
                </a:solidFill>
              </a:rPr>
              <a:t>01</a:t>
            </a:r>
          </a:p>
        </p:txBody>
      </p:sp>
      <p:sp>
        <p:nvSpPr>
          <p:cNvPr id="8" name="Marcador de contenido 7">
            <a:extLst>
              <a:ext uri="{FF2B5EF4-FFF2-40B4-BE49-F238E27FC236}">
                <a16:creationId xmlns:a16="http://schemas.microsoft.com/office/drawing/2014/main" id="{813F3455-E568-40C9-9F4D-8C89F4CD95F8}"/>
              </a:ext>
            </a:extLst>
          </p:cNvPr>
          <p:cNvSpPr>
            <a:spLocks noGrp="1"/>
          </p:cNvSpPr>
          <p:nvPr>
            <p:ph sz="half" idx="15"/>
          </p:nvPr>
        </p:nvSpPr>
        <p:spPr>
          <a:xfrm>
            <a:off x="9730409" y="2449996"/>
            <a:ext cx="1156736" cy="838200"/>
          </a:xfrm>
        </p:spPr>
        <p:txBody>
          <a:bodyPr vert="horz" lIns="91440" tIns="45720" rIns="91440" bIns="45720" rtlCol="0" anchor="t">
            <a:normAutofit/>
          </a:bodyPr>
          <a:lstStyle>
            <a:defPPr>
              <a:defRPr lang="es-ES"/>
            </a:defPPr>
          </a:lstStyle>
          <a:p>
            <a:pPr algn="r" rtl="0"/>
            <a:r>
              <a:rPr lang="es-ES" sz="5400" dirty="0">
                <a:solidFill>
                  <a:schemeClr val="tx2">
                    <a:lumMod val="50000"/>
                  </a:schemeClr>
                </a:solidFill>
              </a:rPr>
              <a:t>02</a:t>
            </a:r>
          </a:p>
        </p:txBody>
      </p:sp>
      <p:sp>
        <p:nvSpPr>
          <p:cNvPr id="7" name="Marcador de número de diapositiva 6">
            <a:extLst>
              <a:ext uri="{FF2B5EF4-FFF2-40B4-BE49-F238E27FC236}">
                <a16:creationId xmlns:a16="http://schemas.microsoft.com/office/drawing/2014/main" id="{08761B51-19E8-1412-3155-39DDEACA1818}"/>
              </a:ext>
            </a:extLst>
          </p:cNvPr>
          <p:cNvSpPr>
            <a:spLocks noGrp="1"/>
          </p:cNvSpPr>
          <p:nvPr>
            <p:ph type="sldNum" sz="quarter" idx="12"/>
          </p:nvPr>
        </p:nvSpPr>
        <p:spPr/>
        <p:txBody>
          <a:bodyPr rtlCol="0"/>
          <a:lstStyle>
            <a:defPPr>
              <a:defRPr lang="es-ES"/>
            </a:defPPr>
          </a:lstStyle>
          <a:p>
            <a:pPr rtl="0"/>
            <a:fld id="{B5CEABB6-07DC-46E8-9B57-56EC44A396E5}" type="slidenum">
              <a:rPr lang="es-ES" smtClean="0"/>
              <a:pPr/>
              <a:t>7</a:t>
            </a:fld>
            <a:endParaRPr lang="es-ES" dirty="0"/>
          </a:p>
        </p:txBody>
      </p:sp>
      <p:pic>
        <p:nvPicPr>
          <p:cNvPr id="13" name="Imagen 12">
            <a:extLst>
              <a:ext uri="{FF2B5EF4-FFF2-40B4-BE49-F238E27FC236}">
                <a16:creationId xmlns:a16="http://schemas.microsoft.com/office/drawing/2014/main" id="{49A358E2-C2BD-563A-BE12-08EEF3A16C37}"/>
              </a:ext>
            </a:extLst>
          </p:cNvPr>
          <p:cNvPicPr>
            <a:picLocks noChangeAspect="1"/>
          </p:cNvPicPr>
          <p:nvPr/>
        </p:nvPicPr>
        <p:blipFill>
          <a:blip r:embed="rId3"/>
          <a:stretch>
            <a:fillRect/>
          </a:stretch>
        </p:blipFill>
        <p:spPr>
          <a:xfrm>
            <a:off x="135390" y="2902756"/>
            <a:ext cx="4115252" cy="3059132"/>
          </a:xfrm>
          <a:prstGeom prst="rect">
            <a:avLst/>
          </a:prstGeom>
        </p:spPr>
      </p:pic>
      <p:pic>
        <p:nvPicPr>
          <p:cNvPr id="15" name="Imagen 14">
            <a:extLst>
              <a:ext uri="{FF2B5EF4-FFF2-40B4-BE49-F238E27FC236}">
                <a16:creationId xmlns:a16="http://schemas.microsoft.com/office/drawing/2014/main" id="{25EE8782-6431-22E0-FDCA-F06C22E9E070}"/>
              </a:ext>
            </a:extLst>
          </p:cNvPr>
          <p:cNvPicPr>
            <a:picLocks noChangeAspect="1"/>
          </p:cNvPicPr>
          <p:nvPr/>
        </p:nvPicPr>
        <p:blipFill>
          <a:blip r:embed="rId4"/>
          <a:stretch>
            <a:fillRect/>
          </a:stretch>
        </p:blipFill>
        <p:spPr>
          <a:xfrm>
            <a:off x="2666511" y="4809022"/>
            <a:ext cx="2933954" cy="1729890"/>
          </a:xfrm>
          <a:prstGeom prst="rect">
            <a:avLst/>
          </a:prstGeom>
        </p:spPr>
      </p:pic>
      <p:pic>
        <p:nvPicPr>
          <p:cNvPr id="17" name="Imagen 16">
            <a:extLst>
              <a:ext uri="{FF2B5EF4-FFF2-40B4-BE49-F238E27FC236}">
                <a16:creationId xmlns:a16="http://schemas.microsoft.com/office/drawing/2014/main" id="{1150FCDD-35CF-B36F-2AC6-541F6AEFA4FD}"/>
              </a:ext>
            </a:extLst>
          </p:cNvPr>
          <p:cNvPicPr>
            <a:picLocks noChangeAspect="1"/>
          </p:cNvPicPr>
          <p:nvPr/>
        </p:nvPicPr>
        <p:blipFill>
          <a:blip r:embed="rId5"/>
          <a:stretch>
            <a:fillRect/>
          </a:stretch>
        </p:blipFill>
        <p:spPr>
          <a:xfrm>
            <a:off x="7255564" y="2780933"/>
            <a:ext cx="3957873" cy="3437722"/>
          </a:xfrm>
          <a:prstGeom prst="rect">
            <a:avLst/>
          </a:prstGeom>
        </p:spPr>
      </p:pic>
      <p:pic>
        <p:nvPicPr>
          <p:cNvPr id="19" name="Imagen 18">
            <a:extLst>
              <a:ext uri="{FF2B5EF4-FFF2-40B4-BE49-F238E27FC236}">
                <a16:creationId xmlns:a16="http://schemas.microsoft.com/office/drawing/2014/main" id="{92DC280B-4A0A-37BF-6911-6055624802BD}"/>
              </a:ext>
            </a:extLst>
          </p:cNvPr>
          <p:cNvPicPr>
            <a:picLocks noChangeAspect="1"/>
          </p:cNvPicPr>
          <p:nvPr/>
        </p:nvPicPr>
        <p:blipFill>
          <a:blip r:embed="rId6"/>
          <a:stretch>
            <a:fillRect/>
          </a:stretch>
        </p:blipFill>
        <p:spPr>
          <a:xfrm>
            <a:off x="5895702" y="4809022"/>
            <a:ext cx="3029638" cy="1729890"/>
          </a:xfrm>
          <a:prstGeom prst="rect">
            <a:avLst/>
          </a:prstGeom>
        </p:spPr>
      </p:pic>
    </p:spTree>
    <p:extLst>
      <p:ext uri="{BB962C8B-B14F-4D97-AF65-F5344CB8AC3E}">
        <p14:creationId xmlns:p14="http://schemas.microsoft.com/office/powerpoint/2010/main" val="4151694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708C79-A4AC-4B5D-92DF-600737E4D11A}"/>
              </a:ext>
            </a:extLst>
          </p:cNvPr>
          <p:cNvSpPr>
            <a:spLocks noGrp="1"/>
          </p:cNvSpPr>
          <p:nvPr>
            <p:ph type="title"/>
          </p:nvPr>
        </p:nvSpPr>
        <p:spPr>
          <a:xfrm>
            <a:off x="3520439" y="896111"/>
            <a:ext cx="7969195" cy="2039341"/>
          </a:xfrm>
        </p:spPr>
        <p:txBody>
          <a:bodyPr rtlCol="0"/>
          <a:lstStyle>
            <a:defPPr>
              <a:defRPr lang="es-ES"/>
            </a:defPPr>
          </a:lstStyle>
          <a:p>
            <a:pPr rtl="0"/>
            <a:r>
              <a:rPr lang="es-MX" dirty="0"/>
              <a:t>una explicación breve del algoritmo ciclos y validaciones | Código 1</a:t>
            </a:r>
            <a:endParaRPr lang="es-ES" dirty="0"/>
          </a:p>
        </p:txBody>
      </p:sp>
      <p:sp>
        <p:nvSpPr>
          <p:cNvPr id="12" name="Marcador de texto 11">
            <a:extLst>
              <a:ext uri="{FF2B5EF4-FFF2-40B4-BE49-F238E27FC236}">
                <a16:creationId xmlns:a16="http://schemas.microsoft.com/office/drawing/2014/main" id="{D3251268-42B4-3B45-A59B-740E2DB97A00}"/>
              </a:ext>
            </a:extLst>
          </p:cNvPr>
          <p:cNvSpPr>
            <a:spLocks noGrp="1"/>
          </p:cNvSpPr>
          <p:nvPr>
            <p:ph sz="half" idx="14"/>
          </p:nvPr>
        </p:nvSpPr>
        <p:spPr>
          <a:xfrm>
            <a:off x="3520439" y="3259056"/>
            <a:ext cx="3595977" cy="3201379"/>
          </a:xfrm>
        </p:spPr>
        <p:txBody>
          <a:bodyPr rtlCol="0">
            <a:normAutofit fontScale="85000" lnSpcReduction="10000"/>
          </a:bodyPr>
          <a:lstStyle>
            <a:defPPr>
              <a:defRPr lang="es-ES"/>
            </a:defPPr>
          </a:lstStyle>
          <a:p>
            <a:pPr marL="0" indent="0" rtl="0">
              <a:buNone/>
            </a:pPr>
            <a:r>
              <a:rPr lang="es-MX" dirty="0"/>
              <a:t>Validaciones (Estructuras Condicionales):Se utiliza una validación condicional dentro de la función .</a:t>
            </a:r>
            <a:r>
              <a:rPr lang="es-MX" dirty="0" err="1"/>
              <a:t>apply</a:t>
            </a:r>
            <a:r>
              <a:rPr lang="es-MX" dirty="0"/>
              <a:t>(). La lógica aplicada es: </a:t>
            </a:r>
            <a:r>
              <a:rPr lang="es-MX" dirty="0" err="1"/>
              <a:t>if</a:t>
            </a:r>
            <a:r>
              <a:rPr lang="es-MX" dirty="0"/>
              <a:t> x &gt; 10.Propósito: Esta validación actúa como un filtro inteligente que clasifica cada gasto. Si el monto supera los 10 dólares, el algoritmo lo etiqueta como "ALTO", de lo contrario como "BAJO". Esto permite al usuario identificar rápidamente sus consumos más fuertes.</a:t>
            </a:r>
            <a:endParaRPr lang="es-ES" dirty="0"/>
          </a:p>
        </p:txBody>
      </p:sp>
      <p:sp>
        <p:nvSpPr>
          <p:cNvPr id="7" name="Marcador de texto 6">
            <a:extLst>
              <a:ext uri="{FF2B5EF4-FFF2-40B4-BE49-F238E27FC236}">
                <a16:creationId xmlns:a16="http://schemas.microsoft.com/office/drawing/2014/main" id="{02492136-277B-808E-9D1B-0527359207DB}"/>
              </a:ext>
            </a:extLst>
          </p:cNvPr>
          <p:cNvSpPr>
            <a:spLocks noGrp="1"/>
          </p:cNvSpPr>
          <p:nvPr>
            <p:ph sz="half" idx="1"/>
          </p:nvPr>
        </p:nvSpPr>
        <p:spPr>
          <a:xfrm>
            <a:off x="7494103" y="3259056"/>
            <a:ext cx="4240407" cy="2952901"/>
          </a:xfrm>
        </p:spPr>
        <p:txBody>
          <a:bodyPr rtlCol="0">
            <a:normAutofit fontScale="92500"/>
          </a:bodyPr>
          <a:lstStyle>
            <a:defPPr>
              <a:defRPr lang="es-ES"/>
            </a:defPPr>
          </a:lstStyle>
          <a:p>
            <a:pPr rtl="0"/>
            <a:r>
              <a:rPr lang="es-MX" dirty="0"/>
              <a:t>Ciclos (Procesamiento Iterativo):En este código, el ciclo es implícito. Al usar funciones como .sum() y .</a:t>
            </a:r>
            <a:r>
              <a:rPr lang="es-MX" dirty="0" err="1"/>
              <a:t>apply</a:t>
            </a:r>
            <a:r>
              <a:rPr lang="es-MX" dirty="0"/>
              <a:t>(), Pandas ejecuta un ciclo interno (llamado vectorización) que recorre cada fila de la columna "Monto" una por </a:t>
            </a:r>
            <a:r>
              <a:rPr lang="es-MX" dirty="0" err="1"/>
              <a:t>una.Propósito</a:t>
            </a:r>
            <a:r>
              <a:rPr lang="es-MX" dirty="0"/>
              <a:t>: Esto evita tener que escribir un ciclo </a:t>
            </a:r>
            <a:r>
              <a:rPr lang="es-MX" dirty="0" err="1"/>
              <a:t>for</a:t>
            </a:r>
            <a:r>
              <a:rPr lang="es-MX" dirty="0"/>
              <a:t> manual, haciendo que el algoritmo sume todos los gastos y aplique las etiquetas de prioridad de manera masiva y eficiente.</a:t>
            </a:r>
            <a:endParaRPr lang="es-ES" dirty="0"/>
          </a:p>
        </p:txBody>
      </p:sp>
      <p:sp>
        <p:nvSpPr>
          <p:cNvPr id="14" name="Marcador de número de diapositiva 13">
            <a:extLst>
              <a:ext uri="{FF2B5EF4-FFF2-40B4-BE49-F238E27FC236}">
                <a16:creationId xmlns:a16="http://schemas.microsoft.com/office/drawing/2014/main" id="{F3DE1AA4-0AE6-C6D5-E252-BBD5ED259E32}"/>
              </a:ext>
            </a:extLst>
          </p:cNvPr>
          <p:cNvSpPr>
            <a:spLocks noGrp="1"/>
          </p:cNvSpPr>
          <p:nvPr>
            <p:ph type="sldNum" sz="quarter" idx="12"/>
          </p:nvPr>
        </p:nvSpPr>
        <p:spPr/>
        <p:txBody>
          <a:bodyPr rtlCol="0"/>
          <a:lstStyle>
            <a:defPPr>
              <a:defRPr lang="es-ES"/>
            </a:defPPr>
          </a:lstStyle>
          <a:p>
            <a:pPr rtl="0"/>
            <a:fld id="{B5CEABB6-07DC-46E8-9B57-56EC44A396E5}" type="slidenum">
              <a:rPr lang="es-ES" smtClean="0"/>
              <a:pPr/>
              <a:t>8</a:t>
            </a:fld>
            <a:endParaRPr lang="es-ES" dirty="0"/>
          </a:p>
        </p:txBody>
      </p:sp>
    </p:spTree>
    <p:extLst>
      <p:ext uri="{BB962C8B-B14F-4D97-AF65-F5344CB8AC3E}">
        <p14:creationId xmlns:p14="http://schemas.microsoft.com/office/powerpoint/2010/main" val="1418789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C571C-99DB-6D79-877D-C3EA59E286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86119B-748C-E8A5-239A-14BD2385C323}"/>
              </a:ext>
            </a:extLst>
          </p:cNvPr>
          <p:cNvSpPr>
            <a:spLocks noGrp="1"/>
          </p:cNvSpPr>
          <p:nvPr>
            <p:ph type="title"/>
          </p:nvPr>
        </p:nvSpPr>
        <p:spPr>
          <a:xfrm>
            <a:off x="3520440" y="896111"/>
            <a:ext cx="7886080" cy="2039341"/>
          </a:xfrm>
        </p:spPr>
        <p:txBody>
          <a:bodyPr rtlCol="0">
            <a:normAutofit/>
          </a:bodyPr>
          <a:lstStyle>
            <a:defPPr>
              <a:defRPr lang="es-ES"/>
            </a:defPPr>
          </a:lstStyle>
          <a:p>
            <a:pPr rtl="0"/>
            <a:r>
              <a:rPr lang="es-MX" dirty="0"/>
              <a:t>una explicación breve del algoritmo ciclos y validaciones | Código 2</a:t>
            </a:r>
            <a:endParaRPr lang="es-ES" dirty="0"/>
          </a:p>
        </p:txBody>
      </p:sp>
      <p:sp>
        <p:nvSpPr>
          <p:cNvPr id="12" name="Marcador de texto 11">
            <a:extLst>
              <a:ext uri="{FF2B5EF4-FFF2-40B4-BE49-F238E27FC236}">
                <a16:creationId xmlns:a16="http://schemas.microsoft.com/office/drawing/2014/main" id="{4C9C87B7-8BA1-F36E-1B6B-577B6A6BD350}"/>
              </a:ext>
            </a:extLst>
          </p:cNvPr>
          <p:cNvSpPr>
            <a:spLocks noGrp="1"/>
          </p:cNvSpPr>
          <p:nvPr>
            <p:ph sz="half" idx="14"/>
          </p:nvPr>
        </p:nvSpPr>
        <p:spPr>
          <a:xfrm>
            <a:off x="3520439" y="3259056"/>
            <a:ext cx="3595977" cy="3201379"/>
          </a:xfrm>
        </p:spPr>
        <p:txBody>
          <a:bodyPr rtlCol="0">
            <a:normAutofit fontScale="85000" lnSpcReduction="10000"/>
          </a:bodyPr>
          <a:lstStyle>
            <a:defPPr>
              <a:defRPr lang="es-ES"/>
            </a:defPPr>
          </a:lstStyle>
          <a:p>
            <a:pPr marL="0" indent="0" rtl="0">
              <a:buNone/>
            </a:pPr>
            <a:r>
              <a:rPr lang="es-MX" dirty="0"/>
              <a:t>Validaciones (Estructuras Condicionales):La validación principal se encuentra en la columna "Estado" mediante la lógica: </a:t>
            </a:r>
            <a:r>
              <a:rPr lang="es-MX" dirty="0" err="1"/>
              <a:t>if</a:t>
            </a:r>
            <a:r>
              <a:rPr lang="es-MX" dirty="0"/>
              <a:t> x &gt;= 7.Propósito: El algoritmo evalúa el promedio final de cada estudiante contra una constante (nota 7). Si la condición se cumple, se asigna el valor "APROBADO"; caso contrario, "REPROBADO". Es una validación binaria fundamental para la toma de decisiones académica.</a:t>
            </a:r>
            <a:endParaRPr lang="es-ES" dirty="0"/>
          </a:p>
        </p:txBody>
      </p:sp>
      <p:sp>
        <p:nvSpPr>
          <p:cNvPr id="7" name="Marcador de texto 6">
            <a:extLst>
              <a:ext uri="{FF2B5EF4-FFF2-40B4-BE49-F238E27FC236}">
                <a16:creationId xmlns:a16="http://schemas.microsoft.com/office/drawing/2014/main" id="{7A4301BF-E196-2CC5-0222-86C3329ED647}"/>
              </a:ext>
            </a:extLst>
          </p:cNvPr>
          <p:cNvSpPr>
            <a:spLocks noGrp="1"/>
          </p:cNvSpPr>
          <p:nvPr>
            <p:ph sz="half" idx="1"/>
          </p:nvPr>
        </p:nvSpPr>
        <p:spPr>
          <a:xfrm>
            <a:off x="7494103" y="3259056"/>
            <a:ext cx="4240407" cy="2952901"/>
          </a:xfrm>
        </p:spPr>
        <p:txBody>
          <a:bodyPr rtlCol="0">
            <a:normAutofit fontScale="70000" lnSpcReduction="20000"/>
          </a:bodyPr>
          <a:lstStyle>
            <a:defPPr>
              <a:defRPr lang="es-ES"/>
            </a:defPPr>
          </a:lstStyle>
          <a:p>
            <a:pPr rtl="0"/>
            <a:r>
              <a:rPr lang="es-MX" dirty="0"/>
              <a:t>Ciclos (Procesamiento Iterativo):Al igual que en el ejemplo anterior, el ciclo principal es manejado por Pandas al calcular </a:t>
            </a:r>
            <a:r>
              <a:rPr lang="es-MX" dirty="0" err="1"/>
              <a:t>df</a:t>
            </a:r>
            <a:r>
              <a:rPr lang="es-MX" dirty="0"/>
              <a:t>['Promedio']. El algoritmo recorre todas las filas, suma las columnas de "Matemáticas" y "Programación" y divide el </a:t>
            </a:r>
            <a:r>
              <a:rPr lang="es-MX" dirty="0" err="1"/>
              <a:t>resultado.Propósito</a:t>
            </a:r>
            <a:r>
              <a:rPr lang="es-MX" dirty="0"/>
              <a:t>: Además, el código realiza un filtrado lógico (</a:t>
            </a:r>
            <a:r>
              <a:rPr lang="es-MX" dirty="0" err="1"/>
              <a:t>df</a:t>
            </a:r>
            <a:r>
              <a:rPr lang="es-MX" dirty="0"/>
              <a:t>[</a:t>
            </a:r>
            <a:r>
              <a:rPr lang="es-MX" dirty="0" err="1"/>
              <a:t>df</a:t>
            </a:r>
            <a:r>
              <a:rPr lang="es-MX" dirty="0"/>
              <a:t>['Estado'] == 'REPROBADO']). Para lograr esto, el algoritmo debe iterar sobre toda la tabla, comparar cada estado y extraer solo aquellos que cumplen la condición de reprobación para mostrarlos en el reporte de "estudiantes en riesgo".</a:t>
            </a:r>
            <a:endParaRPr lang="es-ES" dirty="0"/>
          </a:p>
        </p:txBody>
      </p:sp>
      <p:sp>
        <p:nvSpPr>
          <p:cNvPr id="14" name="Marcador de número de diapositiva 13">
            <a:extLst>
              <a:ext uri="{FF2B5EF4-FFF2-40B4-BE49-F238E27FC236}">
                <a16:creationId xmlns:a16="http://schemas.microsoft.com/office/drawing/2014/main" id="{F0223E87-63D4-5B3B-45CF-894E7A61B84E}"/>
              </a:ext>
            </a:extLst>
          </p:cNvPr>
          <p:cNvSpPr>
            <a:spLocks noGrp="1"/>
          </p:cNvSpPr>
          <p:nvPr>
            <p:ph type="sldNum" sz="quarter" idx="12"/>
          </p:nvPr>
        </p:nvSpPr>
        <p:spPr/>
        <p:txBody>
          <a:bodyPr rtlCol="0"/>
          <a:lstStyle>
            <a:defPPr>
              <a:defRPr lang="es-ES"/>
            </a:defPPr>
          </a:lstStyle>
          <a:p>
            <a:pPr rtl="0"/>
            <a:fld id="{B5CEABB6-07DC-46E8-9B57-56EC44A396E5}" type="slidenum">
              <a:rPr lang="es-ES" smtClean="0"/>
              <a:pPr rtl="0"/>
              <a:t>9</a:t>
            </a:fld>
            <a:endParaRPr lang="es-ES" dirty="0"/>
          </a:p>
        </p:txBody>
      </p:sp>
    </p:spTree>
    <p:extLst>
      <p:ext uri="{BB962C8B-B14F-4D97-AF65-F5344CB8AC3E}">
        <p14:creationId xmlns:p14="http://schemas.microsoft.com/office/powerpoint/2010/main" val="361037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AEE93-8585-46D4-A7EC-F184E317CB2E}"/>
              </a:ext>
            </a:extLst>
          </p:cNvPr>
          <p:cNvSpPr>
            <a:spLocks noGrp="1"/>
          </p:cNvSpPr>
          <p:nvPr>
            <p:ph type="ctrTitle"/>
          </p:nvPr>
        </p:nvSpPr>
        <p:spPr>
          <a:xfrm>
            <a:off x="4969565" y="2842591"/>
            <a:ext cx="6160723" cy="904461"/>
          </a:xfrm>
        </p:spPr>
        <p:txBody>
          <a:bodyPr rtlCol="0">
            <a:normAutofit/>
          </a:bodyPr>
          <a:lstStyle>
            <a:defPPr>
              <a:defRPr lang="es-ES"/>
            </a:defPPr>
          </a:lstStyle>
          <a:p>
            <a:pPr rtl="0"/>
            <a:r>
              <a:rPr lang="es-ES" sz="4800" dirty="0"/>
              <a:t>MUCHAS GRACIAS</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Personalizar">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16625_TF33968143_Win32" id="{FD55521C-97B8-455D-B14F-4B365F441772}" vid="{700AE2DC-749E-4702-88ED-A17DDD6F6BA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3.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{09704CBF-5A03-4CB5-9688-F815B17075A8}TF55c86556-70ea-476e-aa05-13a38f2d5b0d9d059710_win32-466d335bc4d7</Template>
  <TotalTime>50</TotalTime>
  <Words>610</Words>
  <Application>Microsoft Office PowerPoint</Application>
  <PresentationFormat>Panorámica</PresentationFormat>
  <Paragraphs>45</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Avenir Next LT Pro</vt:lpstr>
      <vt:lpstr>Calibri</vt:lpstr>
      <vt:lpstr>Personalizar</vt:lpstr>
      <vt:lpstr>Investigación Pandas</vt:lpstr>
      <vt:lpstr>Integrantes</vt:lpstr>
      <vt:lpstr>Realizar una investigación profunda sobre la librería Pandas que cubra:  ¿Qué es?   ¿Para qué sirve?  ¿Cómo se utiliza / implementa?   2 ejemplos de implementación aplicada</vt:lpstr>
      <vt:lpstr>¿qué es?</vt:lpstr>
      <vt:lpstr>¿Para qué sirve?</vt:lpstr>
      <vt:lpstr>¿Cómo se utiliza / implementa?</vt:lpstr>
      <vt:lpstr>2 ejemplos de implementación aplicada</vt:lpstr>
      <vt:lpstr>una explicación breve del algoritmo ciclos y validaciones | Código 1</vt:lpstr>
      <vt:lpstr>una explicación breve del algoritmo ciclos y validaciones | Código 2</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Jesahias J. Sánchez Y.</dc:creator>
  <cp:lastModifiedBy>Jesahias J. Sánchez Y.</cp:lastModifiedBy>
  <cp:revision>1</cp:revision>
  <dcterms:created xsi:type="dcterms:W3CDTF">2026-07-28T02:24:16Z</dcterms:created>
  <dcterms:modified xsi:type="dcterms:W3CDTF">2026-07-28T03:14:24Z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